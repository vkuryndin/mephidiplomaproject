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7" r:id="rId2"/>
    <p:sldId id="261" r:id="rId3"/>
    <p:sldId id="266" r:id="rId4"/>
    <p:sldId id="268" r:id="rId5"/>
    <p:sldId id="299" r:id="rId6"/>
    <p:sldId id="302" r:id="rId7"/>
    <p:sldId id="323" r:id="rId8"/>
    <p:sldId id="324" r:id="rId9"/>
    <p:sldId id="325" r:id="rId10"/>
    <p:sldId id="326" r:id="rId11"/>
    <p:sldId id="327" r:id="rId12"/>
    <p:sldId id="303" r:id="rId13"/>
    <p:sldId id="304" r:id="rId14"/>
    <p:sldId id="305" r:id="rId15"/>
    <p:sldId id="328" r:id="rId16"/>
    <p:sldId id="329" r:id="rId17"/>
    <p:sldId id="309" r:id="rId18"/>
    <p:sldId id="310" r:id="rId19"/>
    <p:sldId id="330" r:id="rId20"/>
    <p:sldId id="311" r:id="rId21"/>
    <p:sldId id="313" r:id="rId22"/>
    <p:sldId id="312" r:id="rId23"/>
    <p:sldId id="331" r:id="rId24"/>
    <p:sldId id="315" r:id="rId25"/>
    <p:sldId id="319" r:id="rId26"/>
    <p:sldId id="322" r:id="rId27"/>
    <p:sldId id="332" r:id="rId28"/>
  </p:sldIdLst>
  <p:sldSz cx="12192000" cy="6858000"/>
  <p:notesSz cx="6858000" cy="9144000"/>
  <p:embeddedFontLs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Montserrat" panose="00000500000000000000" pitchFamily="2" charset="-52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7" roundtripDataSignature="AMtx7mi45qVdxuRGOLxwbrc9dap12cW+A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онстантин Некрасов" initials="КН" lastIdx="1" clrIdx="0">
    <p:extLst>
      <p:ext uri="{19B8F6BF-5375-455C-9EA6-DF929625EA0E}">
        <p15:presenceInfo xmlns:p15="http://schemas.microsoft.com/office/powerpoint/2012/main" userId="93128182c2385ea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612" y="12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58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57" Type="http://customschemas.google.com/relationships/presentationmetadata" Target="metadata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5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1" name="Google Shape;10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-RU" sz="1200">
                <a:latin typeface="Arial"/>
                <a:ea typeface="Arial"/>
                <a:cs typeface="Arial"/>
                <a:sym typeface="Arial"/>
              </a:rPr>
              <a:t>Титульный слайд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-RU" sz="1200">
                <a:latin typeface="Arial"/>
                <a:ea typeface="Arial"/>
                <a:cs typeface="Arial"/>
                <a:sym typeface="Arial"/>
              </a:rPr>
              <a:t>Титульный слайд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2" name="Google Shape;101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8" name="Google Shape;10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402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6" name="Google Shape;126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37153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8" name="Google Shape;115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159" name="Google Shape;1159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57822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8" name="Google Shape;115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159" name="Google Shape;1159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5747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8" name="Google Shape;115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159" name="Google Shape;1159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53586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94397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32878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35538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8" name="Google Shape;115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159" name="Google Shape;1159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21309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1" name="Google Shape;121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212" name="Google Shape;121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83790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8" name="Google Shape;115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159" name="Google Shape;1159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8814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8" name="Google Shape;115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159" name="Google Shape;1159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16928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0370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1" name="Google Shape;121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212" name="Google Shape;121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41885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1" name="Google Shape;121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212" name="Google Shape;121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99086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83161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6" name="Google Shape;126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21787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1" name="Google Shape;121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212" name="Google Shape;121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6251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1" name="Google Shape;121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212" name="Google Shape;121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5942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51845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1" name="Google Shape;121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212" name="Google Shape;121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60927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1" name="Google Shape;121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212" name="Google Shape;121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38666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1" name="Google Shape;121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Фото</a:t>
            </a:r>
            <a:endParaRPr/>
          </a:p>
        </p:txBody>
      </p:sp>
      <p:sp>
        <p:nvSpPr>
          <p:cNvPr id="1212" name="Google Shape;121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1758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 2">
  <p:cSld name="Титульный слайд 2">
    <p:bg>
      <p:bgPr>
        <a:gradFill>
          <a:gsLst>
            <a:gs pos="0">
              <a:srgbClr val="91E2FE"/>
            </a:gs>
            <a:gs pos="14000">
              <a:schemeClr val="accent2"/>
            </a:gs>
            <a:gs pos="66000">
              <a:schemeClr val="accent1"/>
            </a:gs>
            <a:gs pos="100000">
              <a:schemeClr val="accent1"/>
            </a:gs>
          </a:gsLst>
          <a:lin ang="13500000" scaled="0"/>
        </a:gra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6"/>
          <p:cNvSpPr txBox="1">
            <a:spLocks noGrp="1"/>
          </p:cNvSpPr>
          <p:nvPr>
            <p:ph type="body" idx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3" name="Google Shape;53;p46"/>
          <p:cNvSpPr txBox="1">
            <a:spLocks noGrp="1"/>
          </p:cNvSpPr>
          <p:nvPr>
            <p:ph type="body" idx="2"/>
          </p:nvPr>
        </p:nvSpPr>
        <p:spPr>
          <a:xfrm>
            <a:off x="560194" y="3890246"/>
            <a:ext cx="47525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4" name="Google Shape;54;p46"/>
          <p:cNvSpPr txBox="1">
            <a:spLocks noGrp="1"/>
          </p:cNvSpPr>
          <p:nvPr>
            <p:ph type="body" idx="3"/>
          </p:nvPr>
        </p:nvSpPr>
        <p:spPr>
          <a:xfrm>
            <a:off x="560194" y="3105834"/>
            <a:ext cx="823467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55" name="Google Shape;55;p46"/>
          <p:cNvGrpSpPr/>
          <p:nvPr/>
        </p:nvGrpSpPr>
        <p:grpSpPr>
          <a:xfrm>
            <a:off x="562856" y="710612"/>
            <a:ext cx="2522375" cy="1205115"/>
            <a:chOff x="562856" y="710612"/>
            <a:chExt cx="2522375" cy="1205115"/>
          </a:xfrm>
        </p:grpSpPr>
        <p:grpSp>
          <p:nvGrpSpPr>
            <p:cNvPr id="56" name="Google Shape;56;p46"/>
            <p:cNvGrpSpPr/>
            <p:nvPr/>
          </p:nvGrpSpPr>
          <p:grpSpPr>
            <a:xfrm>
              <a:off x="562856" y="710612"/>
              <a:ext cx="948024" cy="997597"/>
              <a:chOff x="562856" y="710612"/>
              <a:chExt cx="948024" cy="997597"/>
            </a:xfrm>
          </p:grpSpPr>
          <p:grpSp>
            <p:nvGrpSpPr>
              <p:cNvPr id="57" name="Google Shape;57;p46"/>
              <p:cNvGrpSpPr/>
              <p:nvPr/>
            </p:nvGrpSpPr>
            <p:grpSpPr>
              <a:xfrm>
                <a:off x="562856" y="985371"/>
                <a:ext cx="948024" cy="722838"/>
                <a:chOff x="562856" y="985371"/>
                <a:chExt cx="948024" cy="722838"/>
              </a:xfrm>
            </p:grpSpPr>
            <p:grpSp>
              <p:nvGrpSpPr>
                <p:cNvPr id="58" name="Google Shape;58;p46"/>
                <p:cNvGrpSpPr/>
                <p:nvPr/>
              </p:nvGrpSpPr>
              <p:grpSpPr>
                <a:xfrm>
                  <a:off x="562856" y="985371"/>
                  <a:ext cx="948024" cy="722838"/>
                  <a:chOff x="562856" y="985371"/>
                  <a:chExt cx="948024" cy="722838"/>
                </a:xfrm>
              </p:grpSpPr>
              <p:grpSp>
                <p:nvGrpSpPr>
                  <p:cNvPr id="59" name="Google Shape;59;p46"/>
                  <p:cNvGrpSpPr/>
                  <p:nvPr/>
                </p:nvGrpSpPr>
                <p:grpSpPr>
                  <a:xfrm>
                    <a:off x="714672" y="985371"/>
                    <a:ext cx="643294" cy="722838"/>
                    <a:chOff x="714672" y="985371"/>
                    <a:chExt cx="643294" cy="722838"/>
                  </a:xfrm>
                </p:grpSpPr>
                <p:sp>
                  <p:nvSpPr>
                    <p:cNvPr id="60" name="Google Shape;60;p46"/>
                    <p:cNvSpPr/>
                    <p:nvPr/>
                  </p:nvSpPr>
                  <p:spPr>
                    <a:xfrm>
                      <a:off x="1166997" y="1035802"/>
                      <a:ext cx="158790" cy="30664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8790" h="306640" extrusionOk="0">
                          <a:moveTo>
                            <a:pt x="50419" y="269542"/>
                          </a:moveTo>
                          <a:cubicBezTo>
                            <a:pt x="98520" y="178536"/>
                            <a:pt x="136189" y="82892"/>
                            <a:pt x="158790" y="2898"/>
                          </a:cubicBezTo>
                          <a:cubicBezTo>
                            <a:pt x="150097" y="1739"/>
                            <a:pt x="141405" y="1159"/>
                            <a:pt x="132132" y="0"/>
                          </a:cubicBezTo>
                          <a:cubicBezTo>
                            <a:pt x="110110" y="75356"/>
                            <a:pt x="74759" y="166942"/>
                            <a:pt x="27238" y="257370"/>
                          </a:cubicBezTo>
                          <a:cubicBezTo>
                            <a:pt x="18545" y="274180"/>
                            <a:pt x="9272" y="290410"/>
                            <a:pt x="0" y="306641"/>
                          </a:cubicBezTo>
                          <a:cubicBezTo>
                            <a:pt x="12749" y="302583"/>
                            <a:pt x="25499" y="297946"/>
                            <a:pt x="38249" y="293309"/>
                          </a:cubicBezTo>
                          <a:cubicBezTo>
                            <a:pt x="41726" y="285193"/>
                            <a:pt x="45783" y="277078"/>
                            <a:pt x="50419" y="269542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1" name="Google Shape;61;p46"/>
                    <p:cNvSpPr/>
                    <p:nvPr/>
                  </p:nvSpPr>
                  <p:spPr>
                    <a:xfrm>
                      <a:off x="742204" y="1094927"/>
                      <a:ext cx="154733" cy="307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733" h="307800" extrusionOk="0">
                          <a:moveTo>
                            <a:pt x="137348" y="31881"/>
                          </a:moveTo>
                          <a:cubicBezTo>
                            <a:pt x="143143" y="20868"/>
                            <a:pt x="148938" y="10434"/>
                            <a:pt x="154734" y="0"/>
                          </a:cubicBezTo>
                          <a:cubicBezTo>
                            <a:pt x="141984" y="4058"/>
                            <a:pt x="129814" y="8115"/>
                            <a:pt x="117644" y="12173"/>
                          </a:cubicBezTo>
                          <a:cubicBezTo>
                            <a:pt x="116485" y="14492"/>
                            <a:pt x="114746" y="16810"/>
                            <a:pt x="113587" y="19708"/>
                          </a:cubicBezTo>
                          <a:cubicBezTo>
                            <a:pt x="60271" y="120569"/>
                            <a:pt x="22022" y="219112"/>
                            <a:pt x="0" y="306061"/>
                          </a:cubicBezTo>
                          <a:cubicBezTo>
                            <a:pt x="8693" y="306641"/>
                            <a:pt x="17386" y="307221"/>
                            <a:pt x="26658" y="307800"/>
                          </a:cubicBezTo>
                          <a:cubicBezTo>
                            <a:pt x="48101" y="226648"/>
                            <a:pt x="84031" y="132163"/>
                            <a:pt x="137348" y="3188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grpSp>
                  <p:nvGrpSpPr>
                    <p:cNvPr id="62" name="Google Shape;62;p46"/>
                    <p:cNvGrpSpPr/>
                    <p:nvPr/>
                  </p:nvGrpSpPr>
                  <p:grpSpPr>
                    <a:xfrm>
                      <a:off x="714672" y="985371"/>
                      <a:ext cx="643294" cy="448657"/>
                      <a:chOff x="714672" y="985371"/>
                      <a:chExt cx="643294" cy="448657"/>
                    </a:xfrm>
                  </p:grpSpPr>
                  <p:sp>
                    <p:nvSpPr>
                      <p:cNvPr id="63" name="Google Shape;63;p46"/>
                      <p:cNvSpPr/>
                      <p:nvPr/>
                    </p:nvSpPr>
                    <p:spPr>
                      <a:xfrm>
                        <a:off x="816384" y="1253174"/>
                        <a:ext cx="323955" cy="17505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3955" h="175057" extrusionOk="0">
                            <a:moveTo>
                              <a:pt x="11591" y="0"/>
                            </a:moveTo>
                            <a:cubicBezTo>
                              <a:pt x="7534" y="9275"/>
                              <a:pt x="3477" y="18549"/>
                              <a:pt x="0" y="27824"/>
                            </a:cubicBezTo>
                            <a:cubicBezTo>
                              <a:pt x="38249" y="62024"/>
                              <a:pt x="85770" y="93905"/>
                              <a:pt x="140245" y="120570"/>
                            </a:cubicBezTo>
                            <a:cubicBezTo>
                              <a:pt x="196460" y="147814"/>
                              <a:pt x="253833" y="166363"/>
                              <a:pt x="307729" y="175058"/>
                            </a:cubicBezTo>
                            <a:cubicBezTo>
                              <a:pt x="313524" y="166943"/>
                              <a:pt x="318740" y="158248"/>
                              <a:pt x="323956" y="149553"/>
                            </a:cubicBezTo>
                            <a:cubicBezTo>
                              <a:pt x="269480" y="142597"/>
                              <a:pt x="209789" y="124048"/>
                              <a:pt x="151836" y="95644"/>
                            </a:cubicBezTo>
                            <a:cubicBezTo>
                              <a:pt x="97360" y="68980"/>
                              <a:pt x="49260" y="35359"/>
                              <a:pt x="11591" y="0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  <p:sp>
                    <p:nvSpPr>
                      <p:cNvPr id="64" name="Google Shape;64;p46"/>
                      <p:cNvSpPr/>
                      <p:nvPr/>
                    </p:nvSpPr>
                    <p:spPr>
                      <a:xfrm>
                        <a:off x="714672" y="985371"/>
                        <a:ext cx="643294" cy="44865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643294" h="448657" extrusionOk="0">
                            <a:moveTo>
                              <a:pt x="596628" y="211576"/>
                            </a:moveTo>
                            <a:cubicBezTo>
                              <a:pt x="553163" y="153610"/>
                              <a:pt x="483620" y="99702"/>
                              <a:pt x="401907" y="60285"/>
                            </a:cubicBezTo>
                            <a:cubicBezTo>
                              <a:pt x="322512" y="21447"/>
                              <a:pt x="239639" y="0"/>
                              <a:pt x="168357" y="0"/>
                            </a:cubicBezTo>
                            <a:cubicBezTo>
                              <a:pt x="89542" y="0"/>
                              <a:pt x="33907" y="25505"/>
                              <a:pt x="10726" y="72458"/>
                            </a:cubicBezTo>
                            <a:cubicBezTo>
                              <a:pt x="-17671" y="130424"/>
                              <a:pt x="11885" y="206359"/>
                              <a:pt x="80849" y="275919"/>
                            </a:cubicBezTo>
                            <a:cubicBezTo>
                              <a:pt x="84905" y="266644"/>
                              <a:pt x="88383" y="256790"/>
                              <a:pt x="92439" y="247515"/>
                            </a:cubicBezTo>
                            <a:cubicBezTo>
                              <a:pt x="38543" y="189549"/>
                              <a:pt x="14203" y="128105"/>
                              <a:pt x="35066" y="84631"/>
                            </a:cubicBezTo>
                            <a:cubicBezTo>
                              <a:pt x="52452" y="48692"/>
                              <a:pt x="101132" y="27824"/>
                              <a:pt x="167778" y="27824"/>
                            </a:cubicBezTo>
                            <a:cubicBezTo>
                              <a:pt x="235003" y="27824"/>
                              <a:pt x="313819" y="48112"/>
                              <a:pt x="389157" y="85210"/>
                            </a:cubicBezTo>
                            <a:cubicBezTo>
                              <a:pt x="466814" y="123468"/>
                              <a:pt x="532300" y="173898"/>
                              <a:pt x="573447" y="228387"/>
                            </a:cubicBezTo>
                            <a:cubicBezTo>
                              <a:pt x="612275" y="279976"/>
                              <a:pt x="624445" y="328088"/>
                              <a:pt x="607059" y="364027"/>
                            </a:cubicBezTo>
                            <a:cubicBezTo>
                              <a:pt x="589673" y="399966"/>
                              <a:pt x="540993" y="420834"/>
                              <a:pt x="474348" y="420834"/>
                            </a:cubicBezTo>
                            <a:cubicBezTo>
                              <a:pt x="467973" y="420834"/>
                              <a:pt x="461018" y="420254"/>
                              <a:pt x="454644" y="420254"/>
                            </a:cubicBezTo>
                            <a:cubicBezTo>
                              <a:pt x="448848" y="428949"/>
                              <a:pt x="443633" y="438224"/>
                              <a:pt x="437837" y="446919"/>
                            </a:cubicBezTo>
                            <a:cubicBezTo>
                              <a:pt x="450008" y="448078"/>
                              <a:pt x="462177" y="448658"/>
                              <a:pt x="474348" y="448658"/>
                            </a:cubicBezTo>
                            <a:cubicBezTo>
                              <a:pt x="553163" y="448658"/>
                              <a:pt x="608798" y="423153"/>
                              <a:pt x="631979" y="376200"/>
                            </a:cubicBezTo>
                            <a:cubicBezTo>
                              <a:pt x="655160" y="330407"/>
                              <a:pt x="642410" y="272441"/>
                              <a:pt x="596628" y="211576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</p:grpSp>
                <p:sp>
                  <p:nvSpPr>
                    <p:cNvPr id="65" name="Google Shape;65;p46"/>
                    <p:cNvSpPr/>
                    <p:nvPr/>
                  </p:nvSpPr>
                  <p:spPr>
                    <a:xfrm>
                      <a:off x="719403" y="1364470"/>
                      <a:ext cx="463821" cy="34373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3821" h="343739" extrusionOk="0">
                          <a:moveTo>
                            <a:pt x="425573" y="12753"/>
                          </a:moveTo>
                          <a:cubicBezTo>
                            <a:pt x="315462" y="191288"/>
                            <a:pt x="183330" y="317654"/>
                            <a:pt x="99878" y="317654"/>
                          </a:cubicBezTo>
                          <a:cubicBezTo>
                            <a:pt x="88867" y="317654"/>
                            <a:pt x="79015" y="315336"/>
                            <a:pt x="70323" y="310699"/>
                          </a:cubicBezTo>
                          <a:cubicBezTo>
                            <a:pt x="25119" y="286932"/>
                            <a:pt x="12949" y="194766"/>
                            <a:pt x="42505" y="64922"/>
                          </a:cubicBezTo>
                          <a:cubicBezTo>
                            <a:pt x="33233" y="64342"/>
                            <a:pt x="24540" y="63763"/>
                            <a:pt x="15847" y="63183"/>
                          </a:cubicBezTo>
                          <a:cubicBezTo>
                            <a:pt x="-14288" y="199403"/>
                            <a:pt x="-2118" y="302583"/>
                            <a:pt x="58152" y="333885"/>
                          </a:cubicBezTo>
                          <a:cubicBezTo>
                            <a:pt x="70323" y="340261"/>
                            <a:pt x="84811" y="343739"/>
                            <a:pt x="99878" y="343739"/>
                          </a:cubicBezTo>
                          <a:cubicBezTo>
                            <a:pt x="198978" y="343739"/>
                            <a:pt x="343859" y="205200"/>
                            <a:pt x="463821" y="0"/>
                          </a:cubicBezTo>
                          <a:cubicBezTo>
                            <a:pt x="451651" y="5217"/>
                            <a:pt x="438902" y="9275"/>
                            <a:pt x="425573" y="12753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  <p:grpSp>
                <p:nvGrpSpPr>
                  <p:cNvPr id="66" name="Google Shape;66;p46"/>
                  <p:cNvGrpSpPr/>
                  <p:nvPr/>
                </p:nvGrpSpPr>
                <p:grpSpPr>
                  <a:xfrm>
                    <a:off x="562856" y="999863"/>
                    <a:ext cx="948024" cy="419094"/>
                    <a:chOff x="562856" y="999863"/>
                    <a:chExt cx="948024" cy="419094"/>
                  </a:xfrm>
                </p:grpSpPr>
                <p:sp>
                  <p:nvSpPr>
                    <p:cNvPr id="67" name="Google Shape;67;p46"/>
                    <p:cNvSpPr/>
                    <p:nvPr/>
                  </p:nvSpPr>
                  <p:spPr>
                    <a:xfrm>
                      <a:off x="1007048" y="1275781"/>
                      <a:ext cx="316421" cy="1159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6421" h="115932" extrusionOk="0">
                          <a:moveTo>
                            <a:pt x="64328" y="84630"/>
                          </a:moveTo>
                          <a:cubicBezTo>
                            <a:pt x="42885" y="89848"/>
                            <a:pt x="21443" y="93905"/>
                            <a:pt x="0" y="97963"/>
                          </a:cubicBezTo>
                          <a:cubicBezTo>
                            <a:pt x="17386" y="104919"/>
                            <a:pt x="34192" y="110715"/>
                            <a:pt x="50998" y="115932"/>
                          </a:cubicBezTo>
                          <a:cubicBezTo>
                            <a:pt x="57373" y="114773"/>
                            <a:pt x="63748" y="113034"/>
                            <a:pt x="70123" y="111875"/>
                          </a:cubicBezTo>
                          <a:cubicBezTo>
                            <a:pt x="161108" y="91007"/>
                            <a:pt x="245719" y="61444"/>
                            <a:pt x="316422" y="26664"/>
                          </a:cubicBezTo>
                          <a:cubicBezTo>
                            <a:pt x="314683" y="17969"/>
                            <a:pt x="312365" y="9274"/>
                            <a:pt x="308888" y="0"/>
                          </a:cubicBezTo>
                          <a:cubicBezTo>
                            <a:pt x="239924" y="34200"/>
                            <a:pt x="155313" y="63763"/>
                            <a:pt x="64328" y="8463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8" name="Google Shape;68;p46"/>
                    <p:cNvSpPr/>
                    <p:nvPr/>
                  </p:nvSpPr>
                  <p:spPr>
                    <a:xfrm>
                      <a:off x="738727" y="1033483"/>
                      <a:ext cx="300774" cy="1159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0774" h="115932" extrusionOk="0">
                          <a:moveTo>
                            <a:pt x="0" y="88688"/>
                          </a:moveTo>
                          <a:cubicBezTo>
                            <a:pt x="1159" y="97383"/>
                            <a:pt x="3477" y="106658"/>
                            <a:pt x="6375" y="115932"/>
                          </a:cubicBezTo>
                          <a:cubicBezTo>
                            <a:pt x="73600" y="81153"/>
                            <a:pt x="160529" y="48692"/>
                            <a:pt x="263105" y="24925"/>
                          </a:cubicBezTo>
                          <a:cubicBezTo>
                            <a:pt x="275855" y="22027"/>
                            <a:pt x="288025" y="19129"/>
                            <a:pt x="300775" y="16810"/>
                          </a:cubicBezTo>
                          <a:cubicBezTo>
                            <a:pt x="282809" y="10434"/>
                            <a:pt x="265423" y="4637"/>
                            <a:pt x="248038" y="0"/>
                          </a:cubicBezTo>
                          <a:cubicBezTo>
                            <a:pt x="152995" y="23186"/>
                            <a:pt x="68384" y="53909"/>
                            <a:pt x="0" y="88688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9" name="Google Shape;69;p46"/>
                    <p:cNvSpPr/>
                    <p:nvPr/>
                  </p:nvSpPr>
                  <p:spPr>
                    <a:xfrm>
                      <a:off x="562856" y="1136083"/>
                      <a:ext cx="442453" cy="2828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42453" h="282874" extrusionOk="0">
                          <a:moveTo>
                            <a:pt x="393773" y="245776"/>
                          </a:moveTo>
                          <a:cubicBezTo>
                            <a:pt x="346252" y="252153"/>
                            <a:pt x="299890" y="255631"/>
                            <a:pt x="257005" y="255631"/>
                          </a:cubicBezTo>
                          <a:cubicBezTo>
                            <a:pt x="127191" y="255631"/>
                            <a:pt x="39682" y="225488"/>
                            <a:pt x="28671" y="176797"/>
                          </a:cubicBezTo>
                          <a:cubicBezTo>
                            <a:pt x="19399" y="135641"/>
                            <a:pt x="66920" y="79414"/>
                            <a:pt x="157906" y="27244"/>
                          </a:cubicBezTo>
                          <a:cubicBezTo>
                            <a:pt x="154428" y="17970"/>
                            <a:pt x="152110" y="9275"/>
                            <a:pt x="150372" y="0"/>
                          </a:cubicBezTo>
                          <a:cubicBezTo>
                            <a:pt x="47216" y="57966"/>
                            <a:pt x="-11896" y="124627"/>
                            <a:pt x="2013" y="182593"/>
                          </a:cubicBezTo>
                          <a:cubicBezTo>
                            <a:pt x="17080" y="246356"/>
                            <a:pt x="109805" y="282875"/>
                            <a:pt x="257584" y="282875"/>
                          </a:cubicBezTo>
                          <a:cubicBezTo>
                            <a:pt x="314957" y="282875"/>
                            <a:pt x="378126" y="277078"/>
                            <a:pt x="442453" y="266065"/>
                          </a:cubicBezTo>
                          <a:cubicBezTo>
                            <a:pt x="425647" y="260268"/>
                            <a:pt x="409420" y="253312"/>
                            <a:pt x="393773" y="245776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70" name="Google Shape;70;p46"/>
                    <p:cNvSpPr/>
                    <p:nvPr/>
                  </p:nvSpPr>
                  <p:spPr>
                    <a:xfrm>
                      <a:off x="1041240" y="999863"/>
                      <a:ext cx="469640" cy="28867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9640" h="288671" extrusionOk="0">
                          <a:moveTo>
                            <a:pt x="467678" y="100281"/>
                          </a:moveTo>
                          <a:cubicBezTo>
                            <a:pt x="453190" y="36519"/>
                            <a:pt x="359886" y="0"/>
                            <a:pt x="212107" y="0"/>
                          </a:cubicBezTo>
                          <a:cubicBezTo>
                            <a:pt x="146620" y="0"/>
                            <a:pt x="73600" y="7536"/>
                            <a:pt x="0" y="22027"/>
                          </a:cubicBezTo>
                          <a:cubicBezTo>
                            <a:pt x="16227" y="27824"/>
                            <a:pt x="32454" y="34200"/>
                            <a:pt x="48680" y="41156"/>
                          </a:cubicBezTo>
                          <a:cubicBezTo>
                            <a:pt x="105474" y="31881"/>
                            <a:pt x="161109" y="27244"/>
                            <a:pt x="212107" y="27244"/>
                          </a:cubicBezTo>
                          <a:cubicBezTo>
                            <a:pt x="341921" y="27244"/>
                            <a:pt x="429430" y="57386"/>
                            <a:pt x="440441" y="106078"/>
                          </a:cubicBezTo>
                          <a:cubicBezTo>
                            <a:pt x="449133" y="143176"/>
                            <a:pt x="412044" y="191868"/>
                            <a:pt x="339023" y="238820"/>
                          </a:cubicBezTo>
                          <a:cubicBezTo>
                            <a:pt x="326274" y="246936"/>
                            <a:pt x="312945" y="254471"/>
                            <a:pt x="299036" y="262007"/>
                          </a:cubicBezTo>
                          <a:cubicBezTo>
                            <a:pt x="302513" y="271281"/>
                            <a:pt x="305411" y="279976"/>
                            <a:pt x="307729" y="288671"/>
                          </a:cubicBezTo>
                          <a:cubicBezTo>
                            <a:pt x="323956" y="279976"/>
                            <a:pt x="339603" y="270702"/>
                            <a:pt x="354091" y="262007"/>
                          </a:cubicBezTo>
                          <a:cubicBezTo>
                            <a:pt x="439282" y="208098"/>
                            <a:pt x="479269" y="150132"/>
                            <a:pt x="467678" y="10028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</p:grpSp>
            <p:sp>
              <p:nvSpPr>
                <p:cNvPr id="71" name="Google Shape;71;p46"/>
                <p:cNvSpPr/>
                <p:nvPr/>
              </p:nvSpPr>
              <p:spPr>
                <a:xfrm>
                  <a:off x="953731" y="1135503"/>
                  <a:ext cx="152995" cy="153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995" h="153030" extrusionOk="0">
                      <a:moveTo>
                        <a:pt x="152995" y="76515"/>
                      </a:moveTo>
                      <a:cubicBezTo>
                        <a:pt x="152995" y="118831"/>
                        <a:pt x="118803" y="153031"/>
                        <a:pt x="76498" y="153031"/>
                      </a:cubicBezTo>
                      <a:cubicBezTo>
                        <a:pt x="34192" y="153031"/>
                        <a:pt x="0" y="118831"/>
                        <a:pt x="0" y="76515"/>
                      </a:cubicBezTo>
                      <a:cubicBezTo>
                        <a:pt x="0" y="34200"/>
                        <a:pt x="34192" y="0"/>
                        <a:pt x="76498" y="0"/>
                      </a:cubicBezTo>
                      <a:cubicBezTo>
                        <a:pt x="118803" y="0"/>
                        <a:pt x="152995" y="34200"/>
                        <a:pt x="152995" y="7651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grpSp>
            <p:nvGrpSpPr>
              <p:cNvPr id="72" name="Google Shape;72;p46"/>
              <p:cNvGrpSpPr/>
              <p:nvPr/>
            </p:nvGrpSpPr>
            <p:grpSpPr>
              <a:xfrm>
                <a:off x="879552" y="710612"/>
                <a:ext cx="474043" cy="360549"/>
                <a:chOff x="879552" y="710612"/>
                <a:chExt cx="474043" cy="360549"/>
              </a:xfrm>
            </p:grpSpPr>
            <p:sp>
              <p:nvSpPr>
                <p:cNvPr id="73" name="Google Shape;73;p46"/>
                <p:cNvSpPr/>
                <p:nvPr/>
              </p:nvSpPr>
              <p:spPr>
                <a:xfrm>
                  <a:off x="879552" y="1007978"/>
                  <a:ext cx="67225" cy="63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225" h="63183" extrusionOk="0">
                      <a:moveTo>
                        <a:pt x="37090" y="52170"/>
                      </a:moveTo>
                      <a:cubicBezTo>
                        <a:pt x="46942" y="35939"/>
                        <a:pt x="56794" y="19708"/>
                        <a:pt x="67225" y="4058"/>
                      </a:cubicBezTo>
                      <a:cubicBezTo>
                        <a:pt x="57373" y="2319"/>
                        <a:pt x="47521" y="1159"/>
                        <a:pt x="37669" y="0"/>
                      </a:cubicBezTo>
                      <a:cubicBezTo>
                        <a:pt x="24920" y="20288"/>
                        <a:pt x="12170" y="41156"/>
                        <a:pt x="0" y="63183"/>
                      </a:cubicBezTo>
                      <a:cubicBezTo>
                        <a:pt x="12170" y="59705"/>
                        <a:pt x="24920" y="55648"/>
                        <a:pt x="37090" y="5217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74" name="Google Shape;74;p46"/>
                <p:cNvSpPr/>
                <p:nvPr/>
              </p:nvSpPr>
              <p:spPr>
                <a:xfrm>
                  <a:off x="934607" y="710612"/>
                  <a:ext cx="418988" cy="307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988" h="307220" extrusionOk="0">
                      <a:moveTo>
                        <a:pt x="28976" y="276498"/>
                      </a:moveTo>
                      <a:cubicBezTo>
                        <a:pt x="130973" y="127525"/>
                        <a:pt x="244560" y="26664"/>
                        <a:pt x="318740" y="26664"/>
                      </a:cubicBezTo>
                      <a:cubicBezTo>
                        <a:pt x="329751" y="26664"/>
                        <a:pt x="339603" y="28983"/>
                        <a:pt x="348296" y="33620"/>
                      </a:cubicBezTo>
                      <a:cubicBezTo>
                        <a:pt x="396396" y="59125"/>
                        <a:pt x="406828" y="161726"/>
                        <a:pt x="370318" y="304322"/>
                      </a:cubicBezTo>
                      <a:cubicBezTo>
                        <a:pt x="379590" y="304902"/>
                        <a:pt x="388283" y="306061"/>
                        <a:pt x="396976" y="307221"/>
                      </a:cubicBezTo>
                      <a:cubicBezTo>
                        <a:pt x="434645" y="158248"/>
                        <a:pt x="424793" y="43475"/>
                        <a:pt x="361045" y="9854"/>
                      </a:cubicBezTo>
                      <a:cubicBezTo>
                        <a:pt x="348296" y="3478"/>
                        <a:pt x="334387" y="0"/>
                        <a:pt x="319319" y="0"/>
                      </a:cubicBezTo>
                      <a:cubicBezTo>
                        <a:pt x="232390" y="0"/>
                        <a:pt x="110110" y="106658"/>
                        <a:pt x="0" y="271861"/>
                      </a:cubicBezTo>
                      <a:cubicBezTo>
                        <a:pt x="9272" y="273021"/>
                        <a:pt x="19124" y="274760"/>
                        <a:pt x="28976" y="27649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</p:grpSp>
        <p:grpSp>
          <p:nvGrpSpPr>
            <p:cNvPr id="75" name="Google Shape;75;p46"/>
            <p:cNvGrpSpPr/>
            <p:nvPr/>
          </p:nvGrpSpPr>
          <p:grpSpPr>
            <a:xfrm>
              <a:off x="1207564" y="1490836"/>
              <a:ext cx="1816817" cy="424891"/>
              <a:chOff x="1207564" y="1490836"/>
              <a:chExt cx="1816817" cy="424891"/>
            </a:xfrm>
          </p:grpSpPr>
          <p:sp>
            <p:nvSpPr>
              <p:cNvPr id="76" name="Google Shape;76;p46"/>
              <p:cNvSpPr/>
              <p:nvPr/>
            </p:nvSpPr>
            <p:spPr>
              <a:xfrm>
                <a:off x="1207564" y="1490836"/>
                <a:ext cx="416679" cy="424891"/>
              </a:xfrm>
              <a:custGeom>
                <a:avLst/>
                <a:gdLst/>
                <a:ahLst/>
                <a:cxnLst/>
                <a:rect l="l" t="t" r="r" b="b"/>
                <a:pathLst>
                  <a:path w="416679" h="424891" extrusionOk="0">
                    <a:moveTo>
                      <a:pt x="351193" y="424892"/>
                    </a:moveTo>
                    <a:lnTo>
                      <a:pt x="351193" y="122888"/>
                    </a:lnTo>
                    <a:lnTo>
                      <a:pt x="208630" y="302583"/>
                    </a:lnTo>
                    <a:lnTo>
                      <a:pt x="65486" y="122888"/>
                    </a:lnTo>
                    <a:lnTo>
                      <a:pt x="65486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38249" y="0"/>
                    </a:lnTo>
                    <a:lnTo>
                      <a:pt x="208630" y="215634"/>
                    </a:lnTo>
                    <a:lnTo>
                      <a:pt x="379011" y="0"/>
                    </a:lnTo>
                    <a:lnTo>
                      <a:pt x="416680" y="0"/>
                    </a:lnTo>
                    <a:lnTo>
                      <a:pt x="416680" y="424892"/>
                    </a:lnTo>
                    <a:lnTo>
                      <a:pt x="351193" y="4248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77" name="Google Shape;77;p46"/>
              <p:cNvSpPr/>
              <p:nvPr/>
            </p:nvSpPr>
            <p:spPr>
              <a:xfrm>
                <a:off x="1678140" y="1490836"/>
                <a:ext cx="328012" cy="424891"/>
              </a:xfrm>
              <a:custGeom>
                <a:avLst/>
                <a:gdLst/>
                <a:ahLst/>
                <a:cxnLst/>
                <a:rect l="l" t="t" r="r" b="b"/>
                <a:pathLst>
                  <a:path w="328012" h="424891" extrusionOk="0">
                    <a:moveTo>
                      <a:pt x="262526" y="424892"/>
                    </a:moveTo>
                    <a:lnTo>
                      <a:pt x="262526" y="125207"/>
                    </a:lnTo>
                    <a:lnTo>
                      <a:pt x="38249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65487" y="0"/>
                    </a:lnTo>
                    <a:lnTo>
                      <a:pt x="65487" y="299685"/>
                    </a:lnTo>
                    <a:lnTo>
                      <a:pt x="289763" y="0"/>
                    </a:lnTo>
                    <a:lnTo>
                      <a:pt x="328012" y="0"/>
                    </a:lnTo>
                    <a:lnTo>
                      <a:pt x="328012" y="424892"/>
                    </a:lnTo>
                    <a:lnTo>
                      <a:pt x="262526" y="4248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78" name="Google Shape;78;p46"/>
              <p:cNvSpPr/>
              <p:nvPr/>
            </p:nvSpPr>
            <p:spPr>
              <a:xfrm>
                <a:off x="2696369" y="1490836"/>
                <a:ext cx="328012" cy="424891"/>
              </a:xfrm>
              <a:custGeom>
                <a:avLst/>
                <a:gdLst/>
                <a:ahLst/>
                <a:cxnLst/>
                <a:rect l="l" t="t" r="r" b="b"/>
                <a:pathLst>
                  <a:path w="328012" h="424891" extrusionOk="0">
                    <a:moveTo>
                      <a:pt x="262526" y="424892"/>
                    </a:moveTo>
                    <a:lnTo>
                      <a:pt x="262526" y="125207"/>
                    </a:lnTo>
                    <a:lnTo>
                      <a:pt x="38249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65486" y="0"/>
                    </a:lnTo>
                    <a:lnTo>
                      <a:pt x="65486" y="299685"/>
                    </a:lnTo>
                    <a:lnTo>
                      <a:pt x="289763" y="0"/>
                    </a:lnTo>
                    <a:lnTo>
                      <a:pt x="328012" y="0"/>
                    </a:lnTo>
                    <a:lnTo>
                      <a:pt x="328012" y="424892"/>
                    </a:lnTo>
                    <a:lnTo>
                      <a:pt x="262526" y="4248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79" name="Google Shape;79;p46"/>
            <p:cNvGrpSpPr/>
            <p:nvPr/>
          </p:nvGrpSpPr>
          <p:grpSpPr>
            <a:xfrm>
              <a:off x="2324313" y="1165066"/>
              <a:ext cx="760918" cy="184912"/>
              <a:chOff x="2324313" y="1165066"/>
              <a:chExt cx="760918" cy="184912"/>
            </a:xfrm>
          </p:grpSpPr>
          <p:sp>
            <p:nvSpPr>
              <p:cNvPr id="80" name="Google Shape;80;p46"/>
              <p:cNvSpPr/>
              <p:nvPr/>
            </p:nvSpPr>
            <p:spPr>
              <a:xfrm>
                <a:off x="2324313" y="1165066"/>
                <a:ext cx="153574" cy="184911"/>
              </a:xfrm>
              <a:custGeom>
                <a:avLst/>
                <a:gdLst/>
                <a:ahLst/>
                <a:cxnLst/>
                <a:rect l="l" t="t" r="r" b="b"/>
                <a:pathLst>
                  <a:path w="153574" h="184911" extrusionOk="0">
                    <a:moveTo>
                      <a:pt x="114746" y="184912"/>
                    </a:moveTo>
                    <a:lnTo>
                      <a:pt x="114746" y="109556"/>
                    </a:lnTo>
                    <a:lnTo>
                      <a:pt x="38828" y="109556"/>
                    </a:lnTo>
                    <a:lnTo>
                      <a:pt x="38828" y="184912"/>
                    </a:lnTo>
                    <a:lnTo>
                      <a:pt x="0" y="184912"/>
                    </a:lnTo>
                    <a:lnTo>
                      <a:pt x="0" y="0"/>
                    </a:lnTo>
                    <a:lnTo>
                      <a:pt x="38828" y="0"/>
                    </a:lnTo>
                    <a:lnTo>
                      <a:pt x="38828" y="74776"/>
                    </a:lnTo>
                    <a:lnTo>
                      <a:pt x="114746" y="74776"/>
                    </a:lnTo>
                    <a:lnTo>
                      <a:pt x="114746" y="0"/>
                    </a:lnTo>
                    <a:lnTo>
                      <a:pt x="153575" y="0"/>
                    </a:lnTo>
                    <a:lnTo>
                      <a:pt x="153575" y="184912"/>
                    </a:lnTo>
                    <a:lnTo>
                      <a:pt x="114746" y="1849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1" name="Google Shape;81;p46"/>
              <p:cNvSpPr/>
              <p:nvPr/>
            </p:nvSpPr>
            <p:spPr>
              <a:xfrm>
                <a:off x="2521932" y="1165066"/>
                <a:ext cx="155313" cy="184911"/>
              </a:xfrm>
              <a:custGeom>
                <a:avLst/>
                <a:gdLst/>
                <a:ahLst/>
                <a:cxnLst/>
                <a:rect l="l" t="t" r="r" b="b"/>
                <a:pathLst>
                  <a:path w="155313" h="184911" extrusionOk="0">
                    <a:moveTo>
                      <a:pt x="115905" y="184912"/>
                    </a:moveTo>
                    <a:lnTo>
                      <a:pt x="115905" y="68980"/>
                    </a:lnTo>
                    <a:lnTo>
                      <a:pt x="22601" y="184912"/>
                    </a:lnTo>
                    <a:lnTo>
                      <a:pt x="0" y="184912"/>
                    </a:lnTo>
                    <a:lnTo>
                      <a:pt x="0" y="0"/>
                    </a:lnTo>
                    <a:lnTo>
                      <a:pt x="38828" y="0"/>
                    </a:lnTo>
                    <a:lnTo>
                      <a:pt x="38828" y="116512"/>
                    </a:lnTo>
                    <a:lnTo>
                      <a:pt x="132132" y="0"/>
                    </a:lnTo>
                    <a:lnTo>
                      <a:pt x="155313" y="0"/>
                    </a:lnTo>
                    <a:lnTo>
                      <a:pt x="155313" y="184912"/>
                    </a:lnTo>
                    <a:lnTo>
                      <a:pt x="115905" y="1849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2" name="Google Shape;82;p46"/>
              <p:cNvSpPr/>
              <p:nvPr/>
            </p:nvSpPr>
            <p:spPr>
              <a:xfrm>
                <a:off x="2708539" y="1165646"/>
                <a:ext cx="155892" cy="184332"/>
              </a:xfrm>
              <a:custGeom>
                <a:avLst/>
                <a:gdLst/>
                <a:ahLst/>
                <a:cxnLst/>
                <a:rect l="l" t="t" r="r" b="b"/>
                <a:pathLst>
                  <a:path w="155892" h="184332" extrusionOk="0">
                    <a:moveTo>
                      <a:pt x="117644" y="184332"/>
                    </a:moveTo>
                    <a:lnTo>
                      <a:pt x="117644" y="139119"/>
                    </a:lnTo>
                    <a:lnTo>
                      <a:pt x="95622" y="139119"/>
                    </a:lnTo>
                    <a:cubicBezTo>
                      <a:pt x="76498" y="139698"/>
                      <a:pt x="71282" y="143756"/>
                      <a:pt x="56214" y="165783"/>
                    </a:cubicBezTo>
                    <a:lnTo>
                      <a:pt x="43465" y="184332"/>
                    </a:lnTo>
                    <a:lnTo>
                      <a:pt x="0" y="184332"/>
                    </a:lnTo>
                    <a:lnTo>
                      <a:pt x="16806" y="159986"/>
                    </a:lnTo>
                    <a:cubicBezTo>
                      <a:pt x="28976" y="142017"/>
                      <a:pt x="37669" y="132742"/>
                      <a:pt x="46362" y="127525"/>
                    </a:cubicBezTo>
                    <a:cubicBezTo>
                      <a:pt x="19704" y="117671"/>
                      <a:pt x="4057" y="96803"/>
                      <a:pt x="4057" y="69559"/>
                    </a:cubicBezTo>
                    <a:cubicBezTo>
                      <a:pt x="4057" y="30722"/>
                      <a:pt x="34192" y="0"/>
                      <a:pt x="89247" y="0"/>
                    </a:cubicBezTo>
                    <a:lnTo>
                      <a:pt x="155893" y="0"/>
                    </a:lnTo>
                    <a:lnTo>
                      <a:pt x="155893" y="184332"/>
                    </a:lnTo>
                    <a:lnTo>
                      <a:pt x="117644" y="184332"/>
                    </a:lnTo>
                    <a:close/>
                    <a:moveTo>
                      <a:pt x="85770" y="34200"/>
                    </a:moveTo>
                    <a:cubicBezTo>
                      <a:pt x="60271" y="34200"/>
                      <a:pt x="40567" y="45793"/>
                      <a:pt x="40567" y="69559"/>
                    </a:cubicBezTo>
                    <a:cubicBezTo>
                      <a:pt x="40567" y="94485"/>
                      <a:pt x="60271" y="104919"/>
                      <a:pt x="85770" y="104919"/>
                    </a:cubicBezTo>
                    <a:lnTo>
                      <a:pt x="117644" y="104919"/>
                    </a:lnTo>
                    <a:lnTo>
                      <a:pt x="117644" y="34200"/>
                    </a:lnTo>
                    <a:lnTo>
                      <a:pt x="85770" y="342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3" name="Google Shape;83;p46"/>
              <p:cNvSpPr/>
              <p:nvPr/>
            </p:nvSpPr>
            <p:spPr>
              <a:xfrm>
                <a:off x="2898624" y="1165066"/>
                <a:ext cx="186607" cy="184911"/>
              </a:xfrm>
              <a:custGeom>
                <a:avLst/>
                <a:gdLst/>
                <a:ahLst/>
                <a:cxnLst/>
                <a:rect l="l" t="t" r="r" b="b"/>
                <a:pathLst>
                  <a:path w="186607" h="184911" extrusionOk="0">
                    <a:moveTo>
                      <a:pt x="30715" y="184912"/>
                    </a:moveTo>
                    <a:lnTo>
                      <a:pt x="71282" y="118251"/>
                    </a:lnTo>
                    <a:lnTo>
                      <a:pt x="0" y="0"/>
                    </a:lnTo>
                    <a:lnTo>
                      <a:pt x="44044" y="0"/>
                    </a:lnTo>
                    <a:lnTo>
                      <a:pt x="93304" y="80573"/>
                    </a:lnTo>
                    <a:lnTo>
                      <a:pt x="142563" y="0"/>
                    </a:lnTo>
                    <a:lnTo>
                      <a:pt x="186607" y="0"/>
                    </a:lnTo>
                    <a:lnTo>
                      <a:pt x="74759" y="184912"/>
                    </a:lnTo>
                    <a:lnTo>
                      <a:pt x="30715" y="1849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84" name="Google Shape;84;p46"/>
            <p:cNvSpPr/>
            <p:nvPr/>
          </p:nvSpPr>
          <p:spPr>
            <a:xfrm>
              <a:off x="2032231" y="1490836"/>
              <a:ext cx="639218" cy="423732"/>
            </a:xfrm>
            <a:custGeom>
              <a:avLst/>
              <a:gdLst/>
              <a:ahLst/>
              <a:cxnLst/>
              <a:rect l="l" t="t" r="r" b="b"/>
              <a:pathLst>
                <a:path w="639218" h="423732" extrusionOk="0">
                  <a:moveTo>
                    <a:pt x="468837" y="15071"/>
                  </a:moveTo>
                  <a:cubicBezTo>
                    <a:pt x="418418" y="15071"/>
                    <a:pt x="374954" y="41156"/>
                    <a:pt x="351773" y="78254"/>
                  </a:cubicBezTo>
                  <a:lnTo>
                    <a:pt x="351773" y="0"/>
                  </a:lnTo>
                  <a:lnTo>
                    <a:pt x="286286" y="0"/>
                  </a:lnTo>
                  <a:lnTo>
                    <a:pt x="286286" y="190709"/>
                  </a:lnTo>
                  <a:cubicBezTo>
                    <a:pt x="286286" y="256210"/>
                    <a:pt x="237606" y="303743"/>
                    <a:pt x="176176" y="303743"/>
                  </a:cubicBezTo>
                  <a:cubicBezTo>
                    <a:pt x="114167" y="303743"/>
                    <a:pt x="66066" y="256210"/>
                    <a:pt x="66066" y="190709"/>
                  </a:cubicBezTo>
                  <a:cubicBezTo>
                    <a:pt x="66066" y="125207"/>
                    <a:pt x="114746" y="77095"/>
                    <a:pt x="176176" y="77095"/>
                  </a:cubicBezTo>
                  <a:cubicBezTo>
                    <a:pt x="208630" y="77095"/>
                    <a:pt x="237606" y="90427"/>
                    <a:pt x="257890" y="113034"/>
                  </a:cubicBezTo>
                  <a:lnTo>
                    <a:pt x="257890" y="46373"/>
                  </a:lnTo>
                  <a:cubicBezTo>
                    <a:pt x="234129" y="27244"/>
                    <a:pt x="203414" y="15071"/>
                    <a:pt x="169802" y="15071"/>
                  </a:cubicBezTo>
                  <a:cubicBezTo>
                    <a:pt x="68384" y="15071"/>
                    <a:pt x="0" y="92746"/>
                    <a:pt x="0" y="190129"/>
                  </a:cubicBezTo>
                  <a:cubicBezTo>
                    <a:pt x="0" y="287512"/>
                    <a:pt x="68384" y="364607"/>
                    <a:pt x="169802" y="364607"/>
                  </a:cubicBezTo>
                  <a:cubicBezTo>
                    <a:pt x="220220" y="364607"/>
                    <a:pt x="263685" y="339102"/>
                    <a:pt x="286866" y="302004"/>
                  </a:cubicBezTo>
                  <a:lnTo>
                    <a:pt x="286866" y="423732"/>
                  </a:lnTo>
                  <a:lnTo>
                    <a:pt x="353512" y="423732"/>
                  </a:lnTo>
                  <a:lnTo>
                    <a:pt x="353512" y="180854"/>
                  </a:lnTo>
                  <a:lnTo>
                    <a:pt x="353512" y="180854"/>
                  </a:lnTo>
                  <a:cubicBezTo>
                    <a:pt x="357568" y="119990"/>
                    <a:pt x="404510" y="75936"/>
                    <a:pt x="463622" y="75936"/>
                  </a:cubicBezTo>
                  <a:cubicBezTo>
                    <a:pt x="525631" y="75936"/>
                    <a:pt x="573732" y="124048"/>
                    <a:pt x="573732" y="189549"/>
                  </a:cubicBezTo>
                  <a:cubicBezTo>
                    <a:pt x="573732" y="255051"/>
                    <a:pt x="525051" y="302583"/>
                    <a:pt x="463622" y="302583"/>
                  </a:cubicBezTo>
                  <a:cubicBezTo>
                    <a:pt x="431168" y="302583"/>
                    <a:pt x="402771" y="289251"/>
                    <a:pt x="383067" y="267804"/>
                  </a:cubicBezTo>
                  <a:lnTo>
                    <a:pt x="383067" y="335044"/>
                  </a:lnTo>
                  <a:cubicBezTo>
                    <a:pt x="406248" y="353014"/>
                    <a:pt x="436384" y="364607"/>
                    <a:pt x="469996" y="364607"/>
                  </a:cubicBezTo>
                  <a:cubicBezTo>
                    <a:pt x="570834" y="364607"/>
                    <a:pt x="639218" y="287512"/>
                    <a:pt x="639218" y="190129"/>
                  </a:cubicBezTo>
                  <a:cubicBezTo>
                    <a:pt x="638059" y="92746"/>
                    <a:pt x="569095" y="15071"/>
                    <a:pt x="468837" y="150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Шапка с логотипом без коня (белая)">
  <p:cSld name="Шапка с логотипом без коня (белая)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9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6" name="Google Shape;156;p49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49"/>
          <p:cNvSpPr txBox="1">
            <a:spLocks noGrp="1"/>
          </p:cNvSpPr>
          <p:nvPr>
            <p:ph type="body" idx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58" name="Google Shape;158;p49"/>
          <p:cNvSpPr txBox="1">
            <a:spLocks noGrp="1"/>
          </p:cNvSpPr>
          <p:nvPr>
            <p:ph type="body" idx="2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159" name="Google Shape;159;p49"/>
          <p:cNvGrpSpPr/>
          <p:nvPr/>
        </p:nvGrpSpPr>
        <p:grpSpPr>
          <a:xfrm>
            <a:off x="10376966" y="276558"/>
            <a:ext cx="1255918" cy="600040"/>
            <a:chOff x="10376966" y="276558"/>
            <a:chExt cx="1255918" cy="600040"/>
          </a:xfrm>
        </p:grpSpPr>
        <p:grpSp>
          <p:nvGrpSpPr>
            <p:cNvPr id="160" name="Google Shape;160;p49"/>
            <p:cNvGrpSpPr/>
            <p:nvPr/>
          </p:nvGrpSpPr>
          <p:grpSpPr>
            <a:xfrm>
              <a:off x="10376966" y="276558"/>
              <a:ext cx="472032" cy="496714"/>
              <a:chOff x="10376966" y="276558"/>
              <a:chExt cx="472032" cy="496714"/>
            </a:xfrm>
          </p:grpSpPr>
          <p:grpSp>
            <p:nvGrpSpPr>
              <p:cNvPr id="161" name="Google Shape;161;p49"/>
              <p:cNvGrpSpPr/>
              <p:nvPr/>
            </p:nvGrpSpPr>
            <p:grpSpPr>
              <a:xfrm>
                <a:off x="10376966" y="413364"/>
                <a:ext cx="472032" cy="359908"/>
                <a:chOff x="10376966" y="413364"/>
                <a:chExt cx="472032" cy="359908"/>
              </a:xfrm>
            </p:grpSpPr>
            <p:grpSp>
              <p:nvGrpSpPr>
                <p:cNvPr id="162" name="Google Shape;162;p49"/>
                <p:cNvGrpSpPr/>
                <p:nvPr/>
              </p:nvGrpSpPr>
              <p:grpSpPr>
                <a:xfrm>
                  <a:off x="10376966" y="413364"/>
                  <a:ext cx="472032" cy="359908"/>
                  <a:chOff x="10376966" y="413364"/>
                  <a:chExt cx="472032" cy="359908"/>
                </a:xfrm>
              </p:grpSpPr>
              <p:grpSp>
                <p:nvGrpSpPr>
                  <p:cNvPr id="163" name="Google Shape;163;p49"/>
                  <p:cNvGrpSpPr/>
                  <p:nvPr/>
                </p:nvGrpSpPr>
                <p:grpSpPr>
                  <a:xfrm>
                    <a:off x="10452557" y="413364"/>
                    <a:ext cx="320303" cy="359908"/>
                    <a:chOff x="10452557" y="413364"/>
                    <a:chExt cx="320303" cy="359908"/>
                  </a:xfrm>
                </p:grpSpPr>
                <p:sp>
                  <p:nvSpPr>
                    <p:cNvPr id="164" name="Google Shape;164;p49"/>
                    <p:cNvSpPr/>
                    <p:nvPr/>
                  </p:nvSpPr>
                  <p:spPr>
                    <a:xfrm>
                      <a:off x="10677775" y="438474"/>
                      <a:ext cx="79063" cy="1526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63" h="152679" extrusionOk="0">
                          <a:moveTo>
                            <a:pt x="25104" y="134208"/>
                          </a:moveTo>
                          <a:cubicBezTo>
                            <a:pt x="49054" y="88895"/>
                            <a:pt x="67810" y="41273"/>
                            <a:pt x="79064" y="1443"/>
                          </a:cubicBezTo>
                          <a:cubicBezTo>
                            <a:pt x="74735" y="866"/>
                            <a:pt x="70407" y="577"/>
                            <a:pt x="65790" y="0"/>
                          </a:cubicBezTo>
                          <a:cubicBezTo>
                            <a:pt x="54825" y="37521"/>
                            <a:pt x="37223" y="83123"/>
                            <a:pt x="13562" y="128147"/>
                          </a:cubicBezTo>
                          <a:cubicBezTo>
                            <a:pt x="9234" y="136517"/>
                            <a:pt x="4617" y="144599"/>
                            <a:pt x="0" y="152680"/>
                          </a:cubicBezTo>
                          <a:cubicBezTo>
                            <a:pt x="6348" y="150660"/>
                            <a:pt x="12696" y="148351"/>
                            <a:pt x="19045" y="146042"/>
                          </a:cubicBezTo>
                          <a:cubicBezTo>
                            <a:pt x="20776" y="142001"/>
                            <a:pt x="22796" y="137960"/>
                            <a:pt x="25104" y="13420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165" name="Google Shape;165;p49"/>
                    <p:cNvSpPr/>
                    <p:nvPr/>
                  </p:nvSpPr>
                  <p:spPr>
                    <a:xfrm>
                      <a:off x="10466265" y="467913"/>
                      <a:ext cx="77043" cy="1532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7043" h="153257" extrusionOk="0">
                          <a:moveTo>
                            <a:pt x="68387" y="15874"/>
                          </a:moveTo>
                          <a:cubicBezTo>
                            <a:pt x="71273" y="10390"/>
                            <a:pt x="74158" y="5195"/>
                            <a:pt x="77044" y="0"/>
                          </a:cubicBezTo>
                          <a:cubicBezTo>
                            <a:pt x="70695" y="2020"/>
                            <a:pt x="64636" y="4041"/>
                            <a:pt x="58576" y="6061"/>
                          </a:cubicBezTo>
                          <a:cubicBezTo>
                            <a:pt x="57999" y="7215"/>
                            <a:pt x="57134" y="8370"/>
                            <a:pt x="56556" y="9813"/>
                          </a:cubicBezTo>
                          <a:cubicBezTo>
                            <a:pt x="30010" y="60033"/>
                            <a:pt x="10965" y="109098"/>
                            <a:pt x="0" y="152391"/>
                          </a:cubicBezTo>
                          <a:cubicBezTo>
                            <a:pt x="4328" y="152680"/>
                            <a:pt x="8657" y="152969"/>
                            <a:pt x="13273" y="153257"/>
                          </a:cubicBezTo>
                          <a:cubicBezTo>
                            <a:pt x="23950" y="112850"/>
                            <a:pt x="41840" y="65805"/>
                            <a:pt x="68387" y="15874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grpSp>
                  <p:nvGrpSpPr>
                    <p:cNvPr id="166" name="Google Shape;166;p49"/>
                    <p:cNvGrpSpPr/>
                    <p:nvPr/>
                  </p:nvGrpSpPr>
                  <p:grpSpPr>
                    <a:xfrm>
                      <a:off x="10452557" y="413364"/>
                      <a:ext cx="320303" cy="223391"/>
                      <a:chOff x="10452557" y="413364"/>
                      <a:chExt cx="320303" cy="223391"/>
                    </a:xfrm>
                  </p:grpSpPr>
                  <p:sp>
                    <p:nvSpPr>
                      <p:cNvPr id="167" name="Google Shape;167;p49"/>
                      <p:cNvSpPr/>
                      <p:nvPr/>
                    </p:nvSpPr>
                    <p:spPr>
                      <a:xfrm>
                        <a:off x="10503200" y="546706"/>
                        <a:ext cx="161301" cy="8716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61301" h="87163" extrusionOk="0">
                            <a:moveTo>
                              <a:pt x="5771" y="0"/>
                            </a:moveTo>
                            <a:cubicBezTo>
                              <a:pt x="3751" y="4618"/>
                              <a:pt x="1731" y="9236"/>
                              <a:pt x="0" y="13854"/>
                            </a:cubicBezTo>
                            <a:cubicBezTo>
                              <a:pt x="19044" y="30882"/>
                              <a:pt x="42706" y="46756"/>
                              <a:pt x="69830" y="60033"/>
                            </a:cubicBezTo>
                            <a:cubicBezTo>
                              <a:pt x="97819" y="73598"/>
                              <a:pt x="126386" y="82834"/>
                              <a:pt x="153222" y="87163"/>
                            </a:cubicBezTo>
                            <a:cubicBezTo>
                              <a:pt x="156107" y="83123"/>
                              <a:pt x="158704" y="78793"/>
                              <a:pt x="161301" y="74464"/>
                            </a:cubicBezTo>
                            <a:cubicBezTo>
                              <a:pt x="134177" y="71001"/>
                              <a:pt x="104456" y="61765"/>
                              <a:pt x="75601" y="47622"/>
                            </a:cubicBezTo>
                            <a:cubicBezTo>
                              <a:pt x="48477" y="34346"/>
                              <a:pt x="24527" y="17606"/>
                              <a:pt x="5771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  <p:sp>
                    <p:nvSpPr>
                      <p:cNvPr id="168" name="Google Shape;168;p49"/>
                      <p:cNvSpPr/>
                      <p:nvPr/>
                    </p:nvSpPr>
                    <p:spPr>
                      <a:xfrm>
                        <a:off x="10452557" y="413364"/>
                        <a:ext cx="320303" cy="22339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03" h="223391" extrusionOk="0">
                            <a:moveTo>
                              <a:pt x="297068" y="105346"/>
                            </a:moveTo>
                            <a:cubicBezTo>
                              <a:pt x="275426" y="76484"/>
                              <a:pt x="240800" y="49643"/>
                              <a:pt x="200114" y="30016"/>
                            </a:cubicBezTo>
                            <a:cubicBezTo>
                              <a:pt x="160582" y="10679"/>
                              <a:pt x="119319" y="0"/>
                              <a:pt x="83827" y="0"/>
                            </a:cubicBezTo>
                            <a:cubicBezTo>
                              <a:pt x="44584" y="0"/>
                              <a:pt x="16883" y="12699"/>
                              <a:pt x="5341" y="36077"/>
                            </a:cubicBezTo>
                            <a:cubicBezTo>
                              <a:pt x="-8799" y="64939"/>
                              <a:pt x="5918" y="102749"/>
                              <a:pt x="40256" y="137383"/>
                            </a:cubicBezTo>
                            <a:cubicBezTo>
                              <a:pt x="42275" y="132765"/>
                              <a:pt x="44007" y="127859"/>
                              <a:pt x="46027" y="123241"/>
                            </a:cubicBezTo>
                            <a:cubicBezTo>
                              <a:pt x="19191" y="94379"/>
                              <a:pt x="7072" y="63785"/>
                              <a:pt x="17460" y="42138"/>
                            </a:cubicBezTo>
                            <a:cubicBezTo>
                              <a:pt x="26116" y="24244"/>
                              <a:pt x="50355" y="13854"/>
                              <a:pt x="83538" y="13854"/>
                            </a:cubicBezTo>
                            <a:cubicBezTo>
                              <a:pt x="117011" y="13854"/>
                              <a:pt x="156254" y="23955"/>
                              <a:pt x="193766" y="42427"/>
                            </a:cubicBezTo>
                            <a:cubicBezTo>
                              <a:pt x="232432" y="61476"/>
                              <a:pt x="265038" y="86586"/>
                              <a:pt x="285526" y="113716"/>
                            </a:cubicBezTo>
                            <a:cubicBezTo>
                              <a:pt x="304859" y="139403"/>
                              <a:pt x="310918" y="163359"/>
                              <a:pt x="302262" y="181253"/>
                            </a:cubicBezTo>
                            <a:cubicBezTo>
                              <a:pt x="293605" y="199148"/>
                              <a:pt x="269367" y="209538"/>
                              <a:pt x="236183" y="209538"/>
                            </a:cubicBezTo>
                            <a:cubicBezTo>
                              <a:pt x="233009" y="209538"/>
                              <a:pt x="229546" y="209249"/>
                              <a:pt x="226372" y="209249"/>
                            </a:cubicBezTo>
                            <a:cubicBezTo>
                              <a:pt x="223487" y="213579"/>
                              <a:pt x="220890" y="218197"/>
                              <a:pt x="218004" y="222526"/>
                            </a:cubicBezTo>
                            <a:cubicBezTo>
                              <a:pt x="224064" y="223103"/>
                              <a:pt x="230123" y="223392"/>
                              <a:pt x="236183" y="223392"/>
                            </a:cubicBezTo>
                            <a:cubicBezTo>
                              <a:pt x="275426" y="223392"/>
                              <a:pt x="303127" y="210692"/>
                              <a:pt x="314670" y="187314"/>
                            </a:cubicBezTo>
                            <a:cubicBezTo>
                              <a:pt x="326212" y="164513"/>
                              <a:pt x="319863" y="135651"/>
                              <a:pt x="297068" y="105346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</p:grpSp>
                <p:sp>
                  <p:nvSpPr>
                    <p:cNvPr id="169" name="Google Shape;169;p49"/>
                    <p:cNvSpPr/>
                    <p:nvPr/>
                  </p:nvSpPr>
                  <p:spPr>
                    <a:xfrm>
                      <a:off x="10454912" y="602121"/>
                      <a:ext cx="230941" cy="1711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0941" h="171151" extrusionOk="0">
                          <a:moveTo>
                            <a:pt x="211897" y="6350"/>
                          </a:moveTo>
                          <a:cubicBezTo>
                            <a:pt x="157072" y="95245"/>
                            <a:pt x="91282" y="158164"/>
                            <a:pt x="49731" y="158164"/>
                          </a:cubicBezTo>
                          <a:cubicBezTo>
                            <a:pt x="44248" y="158164"/>
                            <a:pt x="39343" y="157009"/>
                            <a:pt x="35014" y="154700"/>
                          </a:cubicBezTo>
                          <a:cubicBezTo>
                            <a:pt x="12507" y="142867"/>
                            <a:pt x="6448" y="96976"/>
                            <a:pt x="21164" y="32325"/>
                          </a:cubicBezTo>
                          <a:cubicBezTo>
                            <a:pt x="16547" y="32037"/>
                            <a:pt x="12219" y="31748"/>
                            <a:pt x="7890" y="31460"/>
                          </a:cubicBezTo>
                          <a:cubicBezTo>
                            <a:pt x="-7114" y="99285"/>
                            <a:pt x="-1055" y="150660"/>
                            <a:pt x="28955" y="166245"/>
                          </a:cubicBezTo>
                          <a:cubicBezTo>
                            <a:pt x="35014" y="169420"/>
                            <a:pt x="42228" y="171152"/>
                            <a:pt x="49731" y="171152"/>
                          </a:cubicBezTo>
                          <a:cubicBezTo>
                            <a:pt x="99073" y="171152"/>
                            <a:pt x="171212" y="102171"/>
                            <a:pt x="230942" y="0"/>
                          </a:cubicBezTo>
                          <a:cubicBezTo>
                            <a:pt x="224882" y="2598"/>
                            <a:pt x="218534" y="4618"/>
                            <a:pt x="211897" y="6350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  <p:grpSp>
                <p:nvGrpSpPr>
                  <p:cNvPr id="170" name="Google Shape;170;p49"/>
                  <p:cNvGrpSpPr/>
                  <p:nvPr/>
                </p:nvGrpSpPr>
                <p:grpSpPr>
                  <a:xfrm>
                    <a:off x="10376966" y="420579"/>
                    <a:ext cx="472032" cy="208672"/>
                    <a:chOff x="10376966" y="420579"/>
                    <a:chExt cx="472032" cy="208672"/>
                  </a:xfrm>
                </p:grpSpPr>
                <p:sp>
                  <p:nvSpPr>
                    <p:cNvPr id="171" name="Google Shape;171;p49"/>
                    <p:cNvSpPr/>
                    <p:nvPr/>
                  </p:nvSpPr>
                  <p:spPr>
                    <a:xfrm>
                      <a:off x="10598134" y="557962"/>
                      <a:ext cx="157550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7550" h="57723" extrusionOk="0">
                          <a:moveTo>
                            <a:pt x="32029" y="42138"/>
                          </a:moveTo>
                          <a:cubicBezTo>
                            <a:pt x="21353" y="44736"/>
                            <a:pt x="10676" y="46756"/>
                            <a:pt x="0" y="48777"/>
                          </a:cubicBezTo>
                          <a:cubicBezTo>
                            <a:pt x="8657" y="52240"/>
                            <a:pt x="17025" y="55126"/>
                            <a:pt x="25393" y="57724"/>
                          </a:cubicBezTo>
                          <a:cubicBezTo>
                            <a:pt x="28567" y="57147"/>
                            <a:pt x="31741" y="56281"/>
                            <a:pt x="34915" y="55704"/>
                          </a:cubicBezTo>
                          <a:cubicBezTo>
                            <a:pt x="80218" y="45313"/>
                            <a:pt x="122346" y="30594"/>
                            <a:pt x="157550" y="13276"/>
                          </a:cubicBezTo>
                          <a:cubicBezTo>
                            <a:pt x="156684" y="8947"/>
                            <a:pt x="155530" y="4618"/>
                            <a:pt x="153799" y="0"/>
                          </a:cubicBezTo>
                          <a:cubicBezTo>
                            <a:pt x="119461" y="17029"/>
                            <a:pt x="77332" y="31748"/>
                            <a:pt x="32029" y="4213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172" name="Google Shape;172;p49"/>
                    <p:cNvSpPr/>
                    <p:nvPr/>
                  </p:nvSpPr>
                  <p:spPr>
                    <a:xfrm>
                      <a:off x="10464534" y="437319"/>
                      <a:ext cx="149759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9759" h="57723" extrusionOk="0">
                          <a:moveTo>
                            <a:pt x="0" y="44159"/>
                          </a:moveTo>
                          <a:cubicBezTo>
                            <a:pt x="577" y="48488"/>
                            <a:pt x="1731" y="53106"/>
                            <a:pt x="3174" y="57724"/>
                          </a:cubicBezTo>
                          <a:cubicBezTo>
                            <a:pt x="36646" y="40407"/>
                            <a:pt x="79929" y="24244"/>
                            <a:pt x="131003" y="12411"/>
                          </a:cubicBezTo>
                          <a:cubicBezTo>
                            <a:pt x="137351" y="10968"/>
                            <a:pt x="143411" y="9524"/>
                            <a:pt x="149759" y="8370"/>
                          </a:cubicBezTo>
                          <a:cubicBezTo>
                            <a:pt x="140814" y="5195"/>
                            <a:pt x="132157" y="2309"/>
                            <a:pt x="123501" y="0"/>
                          </a:cubicBezTo>
                          <a:cubicBezTo>
                            <a:pt x="76178" y="11545"/>
                            <a:pt x="34049" y="26842"/>
                            <a:pt x="0" y="44159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173" name="Google Shape;173;p49"/>
                    <p:cNvSpPr/>
                    <p:nvPr/>
                  </p:nvSpPr>
                  <p:spPr>
                    <a:xfrm>
                      <a:off x="10376966" y="488405"/>
                      <a:ext cx="220302" cy="1408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0302" h="140846" extrusionOk="0">
                          <a:moveTo>
                            <a:pt x="196064" y="122375"/>
                          </a:moveTo>
                          <a:cubicBezTo>
                            <a:pt x="172403" y="125550"/>
                            <a:pt x="149318" y="127281"/>
                            <a:pt x="127966" y="127281"/>
                          </a:cubicBezTo>
                          <a:cubicBezTo>
                            <a:pt x="63330" y="127281"/>
                            <a:pt x="19758" y="112273"/>
                            <a:pt x="14276" y="88029"/>
                          </a:cubicBezTo>
                          <a:cubicBezTo>
                            <a:pt x="9659" y="67537"/>
                            <a:pt x="33320" y="39541"/>
                            <a:pt x="78623" y="13565"/>
                          </a:cubicBezTo>
                          <a:cubicBezTo>
                            <a:pt x="76892" y="8947"/>
                            <a:pt x="75737" y="4618"/>
                            <a:pt x="74872" y="0"/>
                          </a:cubicBezTo>
                          <a:cubicBezTo>
                            <a:pt x="23509" y="28862"/>
                            <a:pt x="-5923" y="62053"/>
                            <a:pt x="1002" y="90915"/>
                          </a:cubicBezTo>
                          <a:cubicBezTo>
                            <a:pt x="8505" y="122663"/>
                            <a:pt x="54673" y="140846"/>
                            <a:pt x="128254" y="140846"/>
                          </a:cubicBezTo>
                          <a:cubicBezTo>
                            <a:pt x="156821" y="140846"/>
                            <a:pt x="188273" y="137960"/>
                            <a:pt x="220303" y="132476"/>
                          </a:cubicBezTo>
                          <a:cubicBezTo>
                            <a:pt x="211934" y="129590"/>
                            <a:pt x="203855" y="126127"/>
                            <a:pt x="196064" y="122375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174" name="Google Shape;174;p49"/>
                    <p:cNvSpPr/>
                    <p:nvPr/>
                  </p:nvSpPr>
                  <p:spPr>
                    <a:xfrm>
                      <a:off x="10615159" y="420579"/>
                      <a:ext cx="233839" cy="1437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3839" h="143732" extrusionOk="0">
                          <a:moveTo>
                            <a:pt x="232862" y="49931"/>
                          </a:moveTo>
                          <a:cubicBezTo>
                            <a:pt x="225649" y="18183"/>
                            <a:pt x="179191" y="0"/>
                            <a:pt x="105610" y="0"/>
                          </a:cubicBezTo>
                          <a:cubicBezTo>
                            <a:pt x="73004" y="0"/>
                            <a:pt x="36646" y="3752"/>
                            <a:pt x="0" y="10968"/>
                          </a:cubicBezTo>
                          <a:cubicBezTo>
                            <a:pt x="8080" y="13854"/>
                            <a:pt x="16159" y="17029"/>
                            <a:pt x="24238" y="20492"/>
                          </a:cubicBezTo>
                          <a:cubicBezTo>
                            <a:pt x="52517" y="15874"/>
                            <a:pt x="80218" y="13565"/>
                            <a:pt x="105610" y="13565"/>
                          </a:cubicBezTo>
                          <a:cubicBezTo>
                            <a:pt x="170246" y="13565"/>
                            <a:pt x="213818" y="28573"/>
                            <a:pt x="219300" y="52817"/>
                          </a:cubicBezTo>
                          <a:cubicBezTo>
                            <a:pt x="223629" y="71289"/>
                            <a:pt x="205161" y="95533"/>
                            <a:pt x="168804" y="118911"/>
                          </a:cubicBezTo>
                          <a:cubicBezTo>
                            <a:pt x="162455" y="122952"/>
                            <a:pt x="155819" y="126704"/>
                            <a:pt x="148893" y="130456"/>
                          </a:cubicBezTo>
                          <a:cubicBezTo>
                            <a:pt x="150625" y="135074"/>
                            <a:pt x="152068" y="139403"/>
                            <a:pt x="153222" y="143733"/>
                          </a:cubicBezTo>
                          <a:cubicBezTo>
                            <a:pt x="161301" y="139403"/>
                            <a:pt x="169092" y="134785"/>
                            <a:pt x="176306" y="130456"/>
                          </a:cubicBezTo>
                          <a:cubicBezTo>
                            <a:pt x="218723" y="103615"/>
                            <a:pt x="238633" y="74753"/>
                            <a:pt x="232862" y="49931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</p:grpSp>
            <p:sp>
              <p:nvSpPr>
                <p:cNvPr id="175" name="Google Shape;175;p49"/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78" h="76195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grpSp>
            <p:nvGrpSpPr>
              <p:cNvPr id="176" name="Google Shape;176;p49"/>
              <p:cNvGrpSpPr/>
              <p:nvPr/>
            </p:nvGrpSpPr>
            <p:grpSpPr>
              <a:xfrm>
                <a:off x="10534652" y="276558"/>
                <a:ext cx="236032" cy="179521"/>
                <a:chOff x="10534652" y="276558"/>
                <a:chExt cx="236032" cy="179521"/>
              </a:xfrm>
            </p:grpSpPr>
            <p:sp>
              <p:nvSpPr>
                <p:cNvPr id="177" name="Google Shape;177;p49"/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72" h="31459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178" name="Google Shape;178;p49"/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619" h="152968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</p:grpSp>
        <p:grpSp>
          <p:nvGrpSpPr>
            <p:cNvPr id="179" name="Google Shape;179;p49"/>
            <p:cNvGrpSpPr/>
            <p:nvPr/>
          </p:nvGrpSpPr>
          <p:grpSpPr>
            <a:xfrm>
              <a:off x="10697974" y="665040"/>
              <a:ext cx="904612" cy="211558"/>
              <a:chOff x="10697974" y="665040"/>
              <a:chExt cx="904612" cy="211558"/>
            </a:xfrm>
          </p:grpSpPr>
          <p:sp>
            <p:nvSpPr>
              <p:cNvPr id="180" name="Google Shape;180;p49"/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207469" h="211558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1" name="Google Shape;181;p49"/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1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2" name="Google Shape;182;p49"/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0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83" name="Google Shape;183;p49"/>
            <p:cNvGrpSpPr/>
            <p:nvPr/>
          </p:nvGrpSpPr>
          <p:grpSpPr>
            <a:xfrm>
              <a:off x="11254015" y="502836"/>
              <a:ext cx="378869" cy="92070"/>
              <a:chOff x="11254015" y="502836"/>
              <a:chExt cx="378869" cy="92070"/>
            </a:xfrm>
          </p:grpSpPr>
          <p:sp>
            <p:nvSpPr>
              <p:cNvPr id="184" name="Google Shape;184;p49"/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6466" h="92069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5" name="Google Shape;185;p49"/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7332" h="92069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6" name="Google Shape;186;p49"/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/>
                <a:ahLst/>
                <a:cxnLst/>
                <a:rect l="l" t="t" r="r" b="b"/>
                <a:pathLst>
                  <a:path w="77620" h="9178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7" name="Google Shape;187;p49"/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92913" h="92069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188" name="Google Shape;188;p49"/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/>
              <a:ahLst/>
              <a:cxnLst/>
              <a:rect l="l" t="t" r="r" b="b"/>
              <a:pathLst>
                <a:path w="318274" h="21098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Шапка с логотипом без коня (белая)">
  <p:cSld name="1_Шапка с логотипом без коня (белая)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0"/>
          <p:cNvSpPr/>
          <p:nvPr/>
        </p:nvSpPr>
        <p:spPr>
          <a:xfrm>
            <a:off x="-1" y="-2"/>
            <a:ext cx="4172990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50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2549388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2" name="Google Shape;192;p50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50"/>
          <p:cNvSpPr txBox="1">
            <a:spLocks noGrp="1"/>
          </p:cNvSpPr>
          <p:nvPr>
            <p:ph type="body" idx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4" name="Google Shape;194;p50"/>
          <p:cNvSpPr txBox="1">
            <a:spLocks noGrp="1"/>
          </p:cNvSpPr>
          <p:nvPr>
            <p:ph type="body" idx="2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195" name="Google Shape;195;p50"/>
          <p:cNvGrpSpPr/>
          <p:nvPr/>
        </p:nvGrpSpPr>
        <p:grpSpPr>
          <a:xfrm>
            <a:off x="10376966" y="276558"/>
            <a:ext cx="1255918" cy="600040"/>
            <a:chOff x="10376966" y="276558"/>
            <a:chExt cx="1255918" cy="600040"/>
          </a:xfrm>
        </p:grpSpPr>
        <p:grpSp>
          <p:nvGrpSpPr>
            <p:cNvPr id="196" name="Google Shape;196;p50"/>
            <p:cNvGrpSpPr/>
            <p:nvPr/>
          </p:nvGrpSpPr>
          <p:grpSpPr>
            <a:xfrm>
              <a:off x="10376966" y="276558"/>
              <a:ext cx="472032" cy="496714"/>
              <a:chOff x="10376966" y="276558"/>
              <a:chExt cx="472032" cy="496714"/>
            </a:xfrm>
          </p:grpSpPr>
          <p:grpSp>
            <p:nvGrpSpPr>
              <p:cNvPr id="197" name="Google Shape;197;p50"/>
              <p:cNvGrpSpPr/>
              <p:nvPr/>
            </p:nvGrpSpPr>
            <p:grpSpPr>
              <a:xfrm>
                <a:off x="10376966" y="413364"/>
                <a:ext cx="472032" cy="359908"/>
                <a:chOff x="10376966" y="413364"/>
                <a:chExt cx="472032" cy="359908"/>
              </a:xfrm>
            </p:grpSpPr>
            <p:grpSp>
              <p:nvGrpSpPr>
                <p:cNvPr id="198" name="Google Shape;198;p50"/>
                <p:cNvGrpSpPr/>
                <p:nvPr/>
              </p:nvGrpSpPr>
              <p:grpSpPr>
                <a:xfrm>
                  <a:off x="10376966" y="413364"/>
                  <a:ext cx="472032" cy="359908"/>
                  <a:chOff x="10376966" y="413364"/>
                  <a:chExt cx="472032" cy="359908"/>
                </a:xfrm>
              </p:grpSpPr>
              <p:grpSp>
                <p:nvGrpSpPr>
                  <p:cNvPr id="199" name="Google Shape;199;p50"/>
                  <p:cNvGrpSpPr/>
                  <p:nvPr/>
                </p:nvGrpSpPr>
                <p:grpSpPr>
                  <a:xfrm>
                    <a:off x="10452557" y="413364"/>
                    <a:ext cx="320303" cy="359908"/>
                    <a:chOff x="10452557" y="413364"/>
                    <a:chExt cx="320303" cy="359908"/>
                  </a:xfrm>
                </p:grpSpPr>
                <p:sp>
                  <p:nvSpPr>
                    <p:cNvPr id="200" name="Google Shape;200;p50"/>
                    <p:cNvSpPr/>
                    <p:nvPr/>
                  </p:nvSpPr>
                  <p:spPr>
                    <a:xfrm>
                      <a:off x="10677775" y="438474"/>
                      <a:ext cx="79063" cy="1526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63" h="152679" extrusionOk="0">
                          <a:moveTo>
                            <a:pt x="25104" y="134208"/>
                          </a:moveTo>
                          <a:cubicBezTo>
                            <a:pt x="49054" y="88895"/>
                            <a:pt x="67810" y="41273"/>
                            <a:pt x="79064" y="1443"/>
                          </a:cubicBezTo>
                          <a:cubicBezTo>
                            <a:pt x="74735" y="866"/>
                            <a:pt x="70407" y="577"/>
                            <a:pt x="65790" y="0"/>
                          </a:cubicBezTo>
                          <a:cubicBezTo>
                            <a:pt x="54825" y="37521"/>
                            <a:pt x="37223" y="83123"/>
                            <a:pt x="13562" y="128147"/>
                          </a:cubicBezTo>
                          <a:cubicBezTo>
                            <a:pt x="9234" y="136517"/>
                            <a:pt x="4617" y="144599"/>
                            <a:pt x="0" y="152680"/>
                          </a:cubicBezTo>
                          <a:cubicBezTo>
                            <a:pt x="6348" y="150660"/>
                            <a:pt x="12696" y="148351"/>
                            <a:pt x="19045" y="146042"/>
                          </a:cubicBezTo>
                          <a:cubicBezTo>
                            <a:pt x="20776" y="142001"/>
                            <a:pt x="22796" y="137960"/>
                            <a:pt x="25104" y="13420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201" name="Google Shape;201;p50"/>
                    <p:cNvSpPr/>
                    <p:nvPr/>
                  </p:nvSpPr>
                  <p:spPr>
                    <a:xfrm>
                      <a:off x="10466265" y="467913"/>
                      <a:ext cx="77043" cy="1532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7043" h="153257" extrusionOk="0">
                          <a:moveTo>
                            <a:pt x="68387" y="15874"/>
                          </a:moveTo>
                          <a:cubicBezTo>
                            <a:pt x="71273" y="10390"/>
                            <a:pt x="74158" y="5195"/>
                            <a:pt x="77044" y="0"/>
                          </a:cubicBezTo>
                          <a:cubicBezTo>
                            <a:pt x="70695" y="2020"/>
                            <a:pt x="64636" y="4041"/>
                            <a:pt x="58576" y="6061"/>
                          </a:cubicBezTo>
                          <a:cubicBezTo>
                            <a:pt x="57999" y="7215"/>
                            <a:pt x="57134" y="8370"/>
                            <a:pt x="56556" y="9813"/>
                          </a:cubicBezTo>
                          <a:cubicBezTo>
                            <a:pt x="30010" y="60033"/>
                            <a:pt x="10965" y="109098"/>
                            <a:pt x="0" y="152391"/>
                          </a:cubicBezTo>
                          <a:cubicBezTo>
                            <a:pt x="4328" y="152680"/>
                            <a:pt x="8657" y="152969"/>
                            <a:pt x="13273" y="153257"/>
                          </a:cubicBezTo>
                          <a:cubicBezTo>
                            <a:pt x="23950" y="112850"/>
                            <a:pt x="41840" y="65805"/>
                            <a:pt x="68387" y="15874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grpSp>
                  <p:nvGrpSpPr>
                    <p:cNvPr id="202" name="Google Shape;202;p50"/>
                    <p:cNvGrpSpPr/>
                    <p:nvPr/>
                  </p:nvGrpSpPr>
                  <p:grpSpPr>
                    <a:xfrm>
                      <a:off x="10452557" y="413364"/>
                      <a:ext cx="320303" cy="223391"/>
                      <a:chOff x="10452557" y="413364"/>
                      <a:chExt cx="320303" cy="223391"/>
                    </a:xfrm>
                  </p:grpSpPr>
                  <p:sp>
                    <p:nvSpPr>
                      <p:cNvPr id="203" name="Google Shape;203;p50"/>
                      <p:cNvSpPr/>
                      <p:nvPr/>
                    </p:nvSpPr>
                    <p:spPr>
                      <a:xfrm>
                        <a:off x="10503200" y="546706"/>
                        <a:ext cx="161301" cy="8716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61301" h="87163" extrusionOk="0">
                            <a:moveTo>
                              <a:pt x="5771" y="0"/>
                            </a:moveTo>
                            <a:cubicBezTo>
                              <a:pt x="3751" y="4618"/>
                              <a:pt x="1731" y="9236"/>
                              <a:pt x="0" y="13854"/>
                            </a:cubicBezTo>
                            <a:cubicBezTo>
                              <a:pt x="19044" y="30882"/>
                              <a:pt x="42706" y="46756"/>
                              <a:pt x="69830" y="60033"/>
                            </a:cubicBezTo>
                            <a:cubicBezTo>
                              <a:pt x="97819" y="73598"/>
                              <a:pt x="126386" y="82834"/>
                              <a:pt x="153222" y="87163"/>
                            </a:cubicBezTo>
                            <a:cubicBezTo>
                              <a:pt x="156107" y="83123"/>
                              <a:pt x="158704" y="78793"/>
                              <a:pt x="161301" y="74464"/>
                            </a:cubicBezTo>
                            <a:cubicBezTo>
                              <a:pt x="134177" y="71001"/>
                              <a:pt x="104456" y="61765"/>
                              <a:pt x="75601" y="47622"/>
                            </a:cubicBezTo>
                            <a:cubicBezTo>
                              <a:pt x="48477" y="34346"/>
                              <a:pt x="24527" y="17606"/>
                              <a:pt x="5771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  <p:sp>
                    <p:nvSpPr>
                      <p:cNvPr id="204" name="Google Shape;204;p50"/>
                      <p:cNvSpPr/>
                      <p:nvPr/>
                    </p:nvSpPr>
                    <p:spPr>
                      <a:xfrm>
                        <a:off x="10452557" y="413364"/>
                        <a:ext cx="320303" cy="22339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03" h="223391" extrusionOk="0">
                            <a:moveTo>
                              <a:pt x="297068" y="105346"/>
                            </a:moveTo>
                            <a:cubicBezTo>
                              <a:pt x="275426" y="76484"/>
                              <a:pt x="240800" y="49643"/>
                              <a:pt x="200114" y="30016"/>
                            </a:cubicBezTo>
                            <a:cubicBezTo>
                              <a:pt x="160582" y="10679"/>
                              <a:pt x="119319" y="0"/>
                              <a:pt x="83827" y="0"/>
                            </a:cubicBezTo>
                            <a:cubicBezTo>
                              <a:pt x="44584" y="0"/>
                              <a:pt x="16883" y="12699"/>
                              <a:pt x="5341" y="36077"/>
                            </a:cubicBezTo>
                            <a:cubicBezTo>
                              <a:pt x="-8799" y="64939"/>
                              <a:pt x="5918" y="102749"/>
                              <a:pt x="40256" y="137383"/>
                            </a:cubicBezTo>
                            <a:cubicBezTo>
                              <a:pt x="42275" y="132765"/>
                              <a:pt x="44007" y="127859"/>
                              <a:pt x="46027" y="123241"/>
                            </a:cubicBezTo>
                            <a:cubicBezTo>
                              <a:pt x="19191" y="94379"/>
                              <a:pt x="7072" y="63785"/>
                              <a:pt x="17460" y="42138"/>
                            </a:cubicBezTo>
                            <a:cubicBezTo>
                              <a:pt x="26116" y="24244"/>
                              <a:pt x="50355" y="13854"/>
                              <a:pt x="83538" y="13854"/>
                            </a:cubicBezTo>
                            <a:cubicBezTo>
                              <a:pt x="117011" y="13854"/>
                              <a:pt x="156254" y="23955"/>
                              <a:pt x="193766" y="42427"/>
                            </a:cubicBezTo>
                            <a:cubicBezTo>
                              <a:pt x="232432" y="61476"/>
                              <a:pt x="265038" y="86586"/>
                              <a:pt x="285526" y="113716"/>
                            </a:cubicBezTo>
                            <a:cubicBezTo>
                              <a:pt x="304859" y="139403"/>
                              <a:pt x="310918" y="163359"/>
                              <a:pt x="302262" y="181253"/>
                            </a:cubicBezTo>
                            <a:cubicBezTo>
                              <a:pt x="293605" y="199148"/>
                              <a:pt x="269367" y="209538"/>
                              <a:pt x="236183" y="209538"/>
                            </a:cubicBezTo>
                            <a:cubicBezTo>
                              <a:pt x="233009" y="209538"/>
                              <a:pt x="229546" y="209249"/>
                              <a:pt x="226372" y="209249"/>
                            </a:cubicBezTo>
                            <a:cubicBezTo>
                              <a:pt x="223487" y="213579"/>
                              <a:pt x="220890" y="218197"/>
                              <a:pt x="218004" y="222526"/>
                            </a:cubicBezTo>
                            <a:cubicBezTo>
                              <a:pt x="224064" y="223103"/>
                              <a:pt x="230123" y="223392"/>
                              <a:pt x="236183" y="223392"/>
                            </a:cubicBezTo>
                            <a:cubicBezTo>
                              <a:pt x="275426" y="223392"/>
                              <a:pt x="303127" y="210692"/>
                              <a:pt x="314670" y="187314"/>
                            </a:cubicBezTo>
                            <a:cubicBezTo>
                              <a:pt x="326212" y="164513"/>
                              <a:pt x="319863" y="135651"/>
                              <a:pt x="297068" y="105346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</p:grpSp>
                <p:sp>
                  <p:nvSpPr>
                    <p:cNvPr id="205" name="Google Shape;205;p50"/>
                    <p:cNvSpPr/>
                    <p:nvPr/>
                  </p:nvSpPr>
                  <p:spPr>
                    <a:xfrm>
                      <a:off x="10454912" y="602121"/>
                      <a:ext cx="230941" cy="1711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0941" h="171151" extrusionOk="0">
                          <a:moveTo>
                            <a:pt x="211897" y="6350"/>
                          </a:moveTo>
                          <a:cubicBezTo>
                            <a:pt x="157072" y="95245"/>
                            <a:pt x="91282" y="158164"/>
                            <a:pt x="49731" y="158164"/>
                          </a:cubicBezTo>
                          <a:cubicBezTo>
                            <a:pt x="44248" y="158164"/>
                            <a:pt x="39343" y="157009"/>
                            <a:pt x="35014" y="154700"/>
                          </a:cubicBezTo>
                          <a:cubicBezTo>
                            <a:pt x="12507" y="142867"/>
                            <a:pt x="6448" y="96976"/>
                            <a:pt x="21164" y="32325"/>
                          </a:cubicBezTo>
                          <a:cubicBezTo>
                            <a:pt x="16547" y="32037"/>
                            <a:pt x="12219" y="31748"/>
                            <a:pt x="7890" y="31460"/>
                          </a:cubicBezTo>
                          <a:cubicBezTo>
                            <a:pt x="-7114" y="99285"/>
                            <a:pt x="-1055" y="150660"/>
                            <a:pt x="28955" y="166245"/>
                          </a:cubicBezTo>
                          <a:cubicBezTo>
                            <a:pt x="35014" y="169420"/>
                            <a:pt x="42228" y="171152"/>
                            <a:pt x="49731" y="171152"/>
                          </a:cubicBezTo>
                          <a:cubicBezTo>
                            <a:pt x="99073" y="171152"/>
                            <a:pt x="171212" y="102171"/>
                            <a:pt x="230942" y="0"/>
                          </a:cubicBezTo>
                          <a:cubicBezTo>
                            <a:pt x="224882" y="2598"/>
                            <a:pt x="218534" y="4618"/>
                            <a:pt x="211897" y="6350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  <p:grpSp>
                <p:nvGrpSpPr>
                  <p:cNvPr id="206" name="Google Shape;206;p50"/>
                  <p:cNvGrpSpPr/>
                  <p:nvPr/>
                </p:nvGrpSpPr>
                <p:grpSpPr>
                  <a:xfrm>
                    <a:off x="10376966" y="420579"/>
                    <a:ext cx="472032" cy="208672"/>
                    <a:chOff x="10376966" y="420579"/>
                    <a:chExt cx="472032" cy="208672"/>
                  </a:xfrm>
                </p:grpSpPr>
                <p:sp>
                  <p:nvSpPr>
                    <p:cNvPr id="207" name="Google Shape;207;p50"/>
                    <p:cNvSpPr/>
                    <p:nvPr/>
                  </p:nvSpPr>
                  <p:spPr>
                    <a:xfrm>
                      <a:off x="10598134" y="557962"/>
                      <a:ext cx="157550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7550" h="57723" extrusionOk="0">
                          <a:moveTo>
                            <a:pt x="32029" y="42138"/>
                          </a:moveTo>
                          <a:cubicBezTo>
                            <a:pt x="21353" y="44736"/>
                            <a:pt x="10676" y="46756"/>
                            <a:pt x="0" y="48777"/>
                          </a:cubicBezTo>
                          <a:cubicBezTo>
                            <a:pt x="8657" y="52240"/>
                            <a:pt x="17025" y="55126"/>
                            <a:pt x="25393" y="57724"/>
                          </a:cubicBezTo>
                          <a:cubicBezTo>
                            <a:pt x="28567" y="57147"/>
                            <a:pt x="31741" y="56281"/>
                            <a:pt x="34915" y="55704"/>
                          </a:cubicBezTo>
                          <a:cubicBezTo>
                            <a:pt x="80218" y="45313"/>
                            <a:pt x="122346" y="30594"/>
                            <a:pt x="157550" y="13276"/>
                          </a:cubicBezTo>
                          <a:cubicBezTo>
                            <a:pt x="156684" y="8947"/>
                            <a:pt x="155530" y="4618"/>
                            <a:pt x="153799" y="0"/>
                          </a:cubicBezTo>
                          <a:cubicBezTo>
                            <a:pt x="119461" y="17029"/>
                            <a:pt x="77332" y="31748"/>
                            <a:pt x="32029" y="4213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208" name="Google Shape;208;p50"/>
                    <p:cNvSpPr/>
                    <p:nvPr/>
                  </p:nvSpPr>
                  <p:spPr>
                    <a:xfrm>
                      <a:off x="10464534" y="437319"/>
                      <a:ext cx="149759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9759" h="57723" extrusionOk="0">
                          <a:moveTo>
                            <a:pt x="0" y="44159"/>
                          </a:moveTo>
                          <a:cubicBezTo>
                            <a:pt x="577" y="48488"/>
                            <a:pt x="1731" y="53106"/>
                            <a:pt x="3174" y="57724"/>
                          </a:cubicBezTo>
                          <a:cubicBezTo>
                            <a:pt x="36646" y="40407"/>
                            <a:pt x="79929" y="24244"/>
                            <a:pt x="131003" y="12411"/>
                          </a:cubicBezTo>
                          <a:cubicBezTo>
                            <a:pt x="137351" y="10968"/>
                            <a:pt x="143411" y="9524"/>
                            <a:pt x="149759" y="8370"/>
                          </a:cubicBezTo>
                          <a:cubicBezTo>
                            <a:pt x="140814" y="5195"/>
                            <a:pt x="132157" y="2309"/>
                            <a:pt x="123501" y="0"/>
                          </a:cubicBezTo>
                          <a:cubicBezTo>
                            <a:pt x="76178" y="11545"/>
                            <a:pt x="34049" y="26842"/>
                            <a:pt x="0" y="44159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209" name="Google Shape;209;p50"/>
                    <p:cNvSpPr/>
                    <p:nvPr/>
                  </p:nvSpPr>
                  <p:spPr>
                    <a:xfrm>
                      <a:off x="10376966" y="488405"/>
                      <a:ext cx="220302" cy="1408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0302" h="140846" extrusionOk="0">
                          <a:moveTo>
                            <a:pt x="196064" y="122375"/>
                          </a:moveTo>
                          <a:cubicBezTo>
                            <a:pt x="172403" y="125550"/>
                            <a:pt x="149318" y="127281"/>
                            <a:pt x="127966" y="127281"/>
                          </a:cubicBezTo>
                          <a:cubicBezTo>
                            <a:pt x="63330" y="127281"/>
                            <a:pt x="19758" y="112273"/>
                            <a:pt x="14276" y="88029"/>
                          </a:cubicBezTo>
                          <a:cubicBezTo>
                            <a:pt x="9659" y="67537"/>
                            <a:pt x="33320" y="39541"/>
                            <a:pt x="78623" y="13565"/>
                          </a:cubicBezTo>
                          <a:cubicBezTo>
                            <a:pt x="76892" y="8947"/>
                            <a:pt x="75737" y="4618"/>
                            <a:pt x="74872" y="0"/>
                          </a:cubicBezTo>
                          <a:cubicBezTo>
                            <a:pt x="23509" y="28862"/>
                            <a:pt x="-5923" y="62053"/>
                            <a:pt x="1002" y="90915"/>
                          </a:cubicBezTo>
                          <a:cubicBezTo>
                            <a:pt x="8505" y="122663"/>
                            <a:pt x="54673" y="140846"/>
                            <a:pt x="128254" y="140846"/>
                          </a:cubicBezTo>
                          <a:cubicBezTo>
                            <a:pt x="156821" y="140846"/>
                            <a:pt x="188273" y="137960"/>
                            <a:pt x="220303" y="132476"/>
                          </a:cubicBezTo>
                          <a:cubicBezTo>
                            <a:pt x="211934" y="129590"/>
                            <a:pt x="203855" y="126127"/>
                            <a:pt x="196064" y="122375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210" name="Google Shape;210;p50"/>
                    <p:cNvSpPr/>
                    <p:nvPr/>
                  </p:nvSpPr>
                  <p:spPr>
                    <a:xfrm>
                      <a:off x="10615159" y="420579"/>
                      <a:ext cx="233839" cy="1437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3839" h="143732" extrusionOk="0">
                          <a:moveTo>
                            <a:pt x="232862" y="49931"/>
                          </a:moveTo>
                          <a:cubicBezTo>
                            <a:pt x="225649" y="18183"/>
                            <a:pt x="179191" y="0"/>
                            <a:pt x="105610" y="0"/>
                          </a:cubicBezTo>
                          <a:cubicBezTo>
                            <a:pt x="73004" y="0"/>
                            <a:pt x="36646" y="3752"/>
                            <a:pt x="0" y="10968"/>
                          </a:cubicBezTo>
                          <a:cubicBezTo>
                            <a:pt x="8080" y="13854"/>
                            <a:pt x="16159" y="17029"/>
                            <a:pt x="24238" y="20492"/>
                          </a:cubicBezTo>
                          <a:cubicBezTo>
                            <a:pt x="52517" y="15874"/>
                            <a:pt x="80218" y="13565"/>
                            <a:pt x="105610" y="13565"/>
                          </a:cubicBezTo>
                          <a:cubicBezTo>
                            <a:pt x="170246" y="13565"/>
                            <a:pt x="213818" y="28573"/>
                            <a:pt x="219300" y="52817"/>
                          </a:cubicBezTo>
                          <a:cubicBezTo>
                            <a:pt x="223629" y="71289"/>
                            <a:pt x="205161" y="95533"/>
                            <a:pt x="168804" y="118911"/>
                          </a:cubicBezTo>
                          <a:cubicBezTo>
                            <a:pt x="162455" y="122952"/>
                            <a:pt x="155819" y="126704"/>
                            <a:pt x="148893" y="130456"/>
                          </a:cubicBezTo>
                          <a:cubicBezTo>
                            <a:pt x="150625" y="135074"/>
                            <a:pt x="152068" y="139403"/>
                            <a:pt x="153222" y="143733"/>
                          </a:cubicBezTo>
                          <a:cubicBezTo>
                            <a:pt x="161301" y="139403"/>
                            <a:pt x="169092" y="134785"/>
                            <a:pt x="176306" y="130456"/>
                          </a:cubicBezTo>
                          <a:cubicBezTo>
                            <a:pt x="218723" y="103615"/>
                            <a:pt x="238633" y="74753"/>
                            <a:pt x="232862" y="49931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</p:grpSp>
            <p:sp>
              <p:nvSpPr>
                <p:cNvPr id="211" name="Google Shape;211;p50"/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78" h="76195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grpSp>
            <p:nvGrpSpPr>
              <p:cNvPr id="212" name="Google Shape;212;p50"/>
              <p:cNvGrpSpPr/>
              <p:nvPr/>
            </p:nvGrpSpPr>
            <p:grpSpPr>
              <a:xfrm>
                <a:off x="10534652" y="276558"/>
                <a:ext cx="236032" cy="179521"/>
                <a:chOff x="10534652" y="276558"/>
                <a:chExt cx="236032" cy="179521"/>
              </a:xfrm>
            </p:grpSpPr>
            <p:sp>
              <p:nvSpPr>
                <p:cNvPr id="213" name="Google Shape;213;p50"/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72" h="31459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214" name="Google Shape;214;p50"/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619" h="152968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</p:grpSp>
        <p:grpSp>
          <p:nvGrpSpPr>
            <p:cNvPr id="215" name="Google Shape;215;p50"/>
            <p:cNvGrpSpPr/>
            <p:nvPr/>
          </p:nvGrpSpPr>
          <p:grpSpPr>
            <a:xfrm>
              <a:off x="10697974" y="665040"/>
              <a:ext cx="904612" cy="211558"/>
              <a:chOff x="10697974" y="665040"/>
              <a:chExt cx="904612" cy="211558"/>
            </a:xfrm>
          </p:grpSpPr>
          <p:sp>
            <p:nvSpPr>
              <p:cNvPr id="216" name="Google Shape;216;p50"/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207469" h="211558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17" name="Google Shape;217;p50"/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1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18" name="Google Shape;218;p50"/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0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219" name="Google Shape;219;p50"/>
            <p:cNvGrpSpPr/>
            <p:nvPr/>
          </p:nvGrpSpPr>
          <p:grpSpPr>
            <a:xfrm>
              <a:off x="11254015" y="502836"/>
              <a:ext cx="378869" cy="92070"/>
              <a:chOff x="11254015" y="502836"/>
              <a:chExt cx="378869" cy="92070"/>
            </a:xfrm>
          </p:grpSpPr>
          <p:sp>
            <p:nvSpPr>
              <p:cNvPr id="220" name="Google Shape;220;p50"/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6466" h="92069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21" name="Google Shape;221;p50"/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7332" h="92069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22" name="Google Shape;222;p50"/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/>
                <a:ahLst/>
                <a:cxnLst/>
                <a:rect l="l" t="t" r="r" b="b"/>
                <a:pathLst>
                  <a:path w="77620" h="9178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23" name="Google Shape;223;p50"/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92913" h="92069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224" name="Google Shape;224;p50"/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/>
              <a:ahLst/>
              <a:cxnLst/>
              <a:rect l="l" t="t" r="r" b="b"/>
              <a:pathLst>
                <a:path w="318274" h="21098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ото 4">
  <p:cSld name="Фото 4"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9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697730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4" name="Google Shape;514;p59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5" name="Google Shape;515;p59"/>
          <p:cNvSpPr txBox="1">
            <a:spLocks noGrp="1"/>
          </p:cNvSpPr>
          <p:nvPr>
            <p:ph type="body" idx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16" name="Google Shape;516;p59"/>
          <p:cNvSpPr txBox="1">
            <a:spLocks noGrp="1"/>
          </p:cNvSpPr>
          <p:nvPr>
            <p:ph type="body" idx="2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17" name="Google Shape;517;p59"/>
          <p:cNvSpPr>
            <a:spLocks noGrp="1"/>
          </p:cNvSpPr>
          <p:nvPr>
            <p:ph type="pic" idx="3"/>
          </p:nvPr>
        </p:nvSpPr>
        <p:spPr>
          <a:xfrm>
            <a:off x="8947150" y="1"/>
            <a:ext cx="3244850" cy="685311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ото 9">
  <p:cSld name="Фото 9"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64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42" name="Google Shape;642;p64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3" name="Google Shape;643;p64"/>
          <p:cNvSpPr txBox="1">
            <a:spLocks noGrp="1"/>
          </p:cNvSpPr>
          <p:nvPr>
            <p:ph type="body" idx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44" name="Google Shape;644;p64"/>
          <p:cNvSpPr txBox="1">
            <a:spLocks noGrp="1"/>
          </p:cNvSpPr>
          <p:nvPr>
            <p:ph type="body" idx="2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45" name="Google Shape;645;p64"/>
          <p:cNvSpPr>
            <a:spLocks noGrp="1"/>
          </p:cNvSpPr>
          <p:nvPr>
            <p:ph type="pic" idx="3"/>
          </p:nvPr>
        </p:nvSpPr>
        <p:spPr>
          <a:xfrm>
            <a:off x="568201" y="3819092"/>
            <a:ext cx="2389946" cy="3038908"/>
          </a:xfrm>
          <a:prstGeom prst="rect">
            <a:avLst/>
          </a:prstGeom>
          <a:noFill/>
          <a:ln>
            <a:noFill/>
          </a:ln>
        </p:spPr>
      </p:sp>
      <p:sp>
        <p:nvSpPr>
          <p:cNvPr id="646" name="Google Shape;646;p64"/>
          <p:cNvSpPr>
            <a:spLocks noGrp="1"/>
          </p:cNvSpPr>
          <p:nvPr>
            <p:ph type="pic" idx="4"/>
          </p:nvPr>
        </p:nvSpPr>
        <p:spPr>
          <a:xfrm>
            <a:off x="3415392" y="3819092"/>
            <a:ext cx="2389946" cy="3038908"/>
          </a:xfrm>
          <a:prstGeom prst="rect">
            <a:avLst/>
          </a:prstGeom>
          <a:noFill/>
          <a:ln>
            <a:noFill/>
          </a:ln>
        </p:spPr>
      </p:sp>
      <p:sp>
        <p:nvSpPr>
          <p:cNvPr id="647" name="Google Shape;647;p64"/>
          <p:cNvSpPr>
            <a:spLocks noGrp="1"/>
          </p:cNvSpPr>
          <p:nvPr>
            <p:ph type="pic" idx="5"/>
          </p:nvPr>
        </p:nvSpPr>
        <p:spPr>
          <a:xfrm>
            <a:off x="6250056" y="3819092"/>
            <a:ext cx="2389946" cy="3038908"/>
          </a:xfrm>
          <a:prstGeom prst="rect">
            <a:avLst/>
          </a:prstGeom>
          <a:noFill/>
          <a:ln>
            <a:noFill/>
          </a:ln>
        </p:spPr>
      </p:sp>
      <p:sp>
        <p:nvSpPr>
          <p:cNvPr id="648" name="Google Shape;648;p64"/>
          <p:cNvSpPr>
            <a:spLocks noGrp="1"/>
          </p:cNvSpPr>
          <p:nvPr>
            <p:ph type="pic" idx="6"/>
          </p:nvPr>
        </p:nvSpPr>
        <p:spPr>
          <a:xfrm>
            <a:off x="9116455" y="3819092"/>
            <a:ext cx="2389946" cy="3038908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49" name="Google Shape;649;p64"/>
          <p:cNvGrpSpPr/>
          <p:nvPr/>
        </p:nvGrpSpPr>
        <p:grpSpPr>
          <a:xfrm>
            <a:off x="10376966" y="276558"/>
            <a:ext cx="1255918" cy="600040"/>
            <a:chOff x="10376966" y="276558"/>
            <a:chExt cx="1255918" cy="600040"/>
          </a:xfrm>
        </p:grpSpPr>
        <p:grpSp>
          <p:nvGrpSpPr>
            <p:cNvPr id="650" name="Google Shape;650;p64"/>
            <p:cNvGrpSpPr/>
            <p:nvPr/>
          </p:nvGrpSpPr>
          <p:grpSpPr>
            <a:xfrm>
              <a:off x="10376966" y="276558"/>
              <a:ext cx="472032" cy="496714"/>
              <a:chOff x="10376966" y="276558"/>
              <a:chExt cx="472032" cy="496714"/>
            </a:xfrm>
          </p:grpSpPr>
          <p:grpSp>
            <p:nvGrpSpPr>
              <p:cNvPr id="651" name="Google Shape;651;p64"/>
              <p:cNvGrpSpPr/>
              <p:nvPr/>
            </p:nvGrpSpPr>
            <p:grpSpPr>
              <a:xfrm>
                <a:off x="10376966" y="413364"/>
                <a:ext cx="472032" cy="359908"/>
                <a:chOff x="10376966" y="413364"/>
                <a:chExt cx="472032" cy="359908"/>
              </a:xfrm>
            </p:grpSpPr>
            <p:grpSp>
              <p:nvGrpSpPr>
                <p:cNvPr id="652" name="Google Shape;652;p64"/>
                <p:cNvGrpSpPr/>
                <p:nvPr/>
              </p:nvGrpSpPr>
              <p:grpSpPr>
                <a:xfrm>
                  <a:off x="10376966" y="413364"/>
                  <a:ext cx="472032" cy="359908"/>
                  <a:chOff x="10376966" y="413364"/>
                  <a:chExt cx="472032" cy="359908"/>
                </a:xfrm>
              </p:grpSpPr>
              <p:grpSp>
                <p:nvGrpSpPr>
                  <p:cNvPr id="653" name="Google Shape;653;p64"/>
                  <p:cNvGrpSpPr/>
                  <p:nvPr/>
                </p:nvGrpSpPr>
                <p:grpSpPr>
                  <a:xfrm>
                    <a:off x="10452557" y="413364"/>
                    <a:ext cx="320303" cy="359908"/>
                    <a:chOff x="10452557" y="413364"/>
                    <a:chExt cx="320303" cy="359908"/>
                  </a:xfrm>
                </p:grpSpPr>
                <p:sp>
                  <p:nvSpPr>
                    <p:cNvPr id="654" name="Google Shape;654;p64"/>
                    <p:cNvSpPr/>
                    <p:nvPr/>
                  </p:nvSpPr>
                  <p:spPr>
                    <a:xfrm>
                      <a:off x="10677775" y="438474"/>
                      <a:ext cx="79063" cy="1526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63" h="152679" extrusionOk="0">
                          <a:moveTo>
                            <a:pt x="25104" y="134208"/>
                          </a:moveTo>
                          <a:cubicBezTo>
                            <a:pt x="49054" y="88895"/>
                            <a:pt x="67810" y="41273"/>
                            <a:pt x="79064" y="1443"/>
                          </a:cubicBezTo>
                          <a:cubicBezTo>
                            <a:pt x="74735" y="866"/>
                            <a:pt x="70407" y="577"/>
                            <a:pt x="65790" y="0"/>
                          </a:cubicBezTo>
                          <a:cubicBezTo>
                            <a:pt x="54825" y="37521"/>
                            <a:pt x="37223" y="83123"/>
                            <a:pt x="13562" y="128147"/>
                          </a:cubicBezTo>
                          <a:cubicBezTo>
                            <a:pt x="9234" y="136517"/>
                            <a:pt x="4617" y="144599"/>
                            <a:pt x="0" y="152680"/>
                          </a:cubicBezTo>
                          <a:cubicBezTo>
                            <a:pt x="6348" y="150660"/>
                            <a:pt x="12696" y="148351"/>
                            <a:pt x="19045" y="146042"/>
                          </a:cubicBezTo>
                          <a:cubicBezTo>
                            <a:pt x="20776" y="142001"/>
                            <a:pt x="22796" y="137960"/>
                            <a:pt x="25104" y="13420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55" name="Google Shape;655;p64"/>
                    <p:cNvSpPr/>
                    <p:nvPr/>
                  </p:nvSpPr>
                  <p:spPr>
                    <a:xfrm>
                      <a:off x="10466265" y="467913"/>
                      <a:ext cx="77043" cy="1532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7043" h="153257" extrusionOk="0">
                          <a:moveTo>
                            <a:pt x="68387" y="15874"/>
                          </a:moveTo>
                          <a:cubicBezTo>
                            <a:pt x="71273" y="10390"/>
                            <a:pt x="74158" y="5195"/>
                            <a:pt x="77044" y="0"/>
                          </a:cubicBezTo>
                          <a:cubicBezTo>
                            <a:pt x="70695" y="2020"/>
                            <a:pt x="64636" y="4041"/>
                            <a:pt x="58576" y="6061"/>
                          </a:cubicBezTo>
                          <a:cubicBezTo>
                            <a:pt x="57999" y="7215"/>
                            <a:pt x="57134" y="8370"/>
                            <a:pt x="56556" y="9813"/>
                          </a:cubicBezTo>
                          <a:cubicBezTo>
                            <a:pt x="30010" y="60033"/>
                            <a:pt x="10965" y="109098"/>
                            <a:pt x="0" y="152391"/>
                          </a:cubicBezTo>
                          <a:cubicBezTo>
                            <a:pt x="4328" y="152680"/>
                            <a:pt x="8657" y="152969"/>
                            <a:pt x="13273" y="153257"/>
                          </a:cubicBezTo>
                          <a:cubicBezTo>
                            <a:pt x="23950" y="112850"/>
                            <a:pt x="41840" y="65805"/>
                            <a:pt x="68387" y="15874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grpSp>
                  <p:nvGrpSpPr>
                    <p:cNvPr id="656" name="Google Shape;656;p64"/>
                    <p:cNvGrpSpPr/>
                    <p:nvPr/>
                  </p:nvGrpSpPr>
                  <p:grpSpPr>
                    <a:xfrm>
                      <a:off x="10452557" y="413364"/>
                      <a:ext cx="320303" cy="223391"/>
                      <a:chOff x="10452557" y="413364"/>
                      <a:chExt cx="320303" cy="223391"/>
                    </a:xfrm>
                  </p:grpSpPr>
                  <p:sp>
                    <p:nvSpPr>
                      <p:cNvPr id="657" name="Google Shape;657;p64"/>
                      <p:cNvSpPr/>
                      <p:nvPr/>
                    </p:nvSpPr>
                    <p:spPr>
                      <a:xfrm>
                        <a:off x="10503200" y="546706"/>
                        <a:ext cx="161301" cy="8716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61301" h="87163" extrusionOk="0">
                            <a:moveTo>
                              <a:pt x="5771" y="0"/>
                            </a:moveTo>
                            <a:cubicBezTo>
                              <a:pt x="3751" y="4618"/>
                              <a:pt x="1731" y="9236"/>
                              <a:pt x="0" y="13854"/>
                            </a:cubicBezTo>
                            <a:cubicBezTo>
                              <a:pt x="19044" y="30882"/>
                              <a:pt x="42706" y="46756"/>
                              <a:pt x="69830" y="60033"/>
                            </a:cubicBezTo>
                            <a:cubicBezTo>
                              <a:pt x="97819" y="73598"/>
                              <a:pt x="126386" y="82834"/>
                              <a:pt x="153222" y="87163"/>
                            </a:cubicBezTo>
                            <a:cubicBezTo>
                              <a:pt x="156107" y="83123"/>
                              <a:pt x="158704" y="78793"/>
                              <a:pt x="161301" y="74464"/>
                            </a:cubicBezTo>
                            <a:cubicBezTo>
                              <a:pt x="134177" y="71001"/>
                              <a:pt x="104456" y="61765"/>
                              <a:pt x="75601" y="47622"/>
                            </a:cubicBezTo>
                            <a:cubicBezTo>
                              <a:pt x="48477" y="34346"/>
                              <a:pt x="24527" y="17606"/>
                              <a:pt x="5771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  <p:sp>
                    <p:nvSpPr>
                      <p:cNvPr id="658" name="Google Shape;658;p64"/>
                      <p:cNvSpPr/>
                      <p:nvPr/>
                    </p:nvSpPr>
                    <p:spPr>
                      <a:xfrm>
                        <a:off x="10452557" y="413364"/>
                        <a:ext cx="320303" cy="22339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03" h="223391" extrusionOk="0">
                            <a:moveTo>
                              <a:pt x="297068" y="105346"/>
                            </a:moveTo>
                            <a:cubicBezTo>
                              <a:pt x="275426" y="76484"/>
                              <a:pt x="240800" y="49643"/>
                              <a:pt x="200114" y="30016"/>
                            </a:cubicBezTo>
                            <a:cubicBezTo>
                              <a:pt x="160582" y="10679"/>
                              <a:pt x="119319" y="0"/>
                              <a:pt x="83827" y="0"/>
                            </a:cubicBezTo>
                            <a:cubicBezTo>
                              <a:pt x="44584" y="0"/>
                              <a:pt x="16883" y="12699"/>
                              <a:pt x="5341" y="36077"/>
                            </a:cubicBezTo>
                            <a:cubicBezTo>
                              <a:pt x="-8799" y="64939"/>
                              <a:pt x="5918" y="102749"/>
                              <a:pt x="40256" y="137383"/>
                            </a:cubicBezTo>
                            <a:cubicBezTo>
                              <a:pt x="42275" y="132765"/>
                              <a:pt x="44007" y="127859"/>
                              <a:pt x="46027" y="123241"/>
                            </a:cubicBezTo>
                            <a:cubicBezTo>
                              <a:pt x="19191" y="94379"/>
                              <a:pt x="7072" y="63785"/>
                              <a:pt x="17460" y="42138"/>
                            </a:cubicBezTo>
                            <a:cubicBezTo>
                              <a:pt x="26116" y="24244"/>
                              <a:pt x="50355" y="13854"/>
                              <a:pt x="83538" y="13854"/>
                            </a:cubicBezTo>
                            <a:cubicBezTo>
                              <a:pt x="117011" y="13854"/>
                              <a:pt x="156254" y="23955"/>
                              <a:pt x="193766" y="42427"/>
                            </a:cubicBezTo>
                            <a:cubicBezTo>
                              <a:pt x="232432" y="61476"/>
                              <a:pt x="265038" y="86586"/>
                              <a:pt x="285526" y="113716"/>
                            </a:cubicBezTo>
                            <a:cubicBezTo>
                              <a:pt x="304859" y="139403"/>
                              <a:pt x="310918" y="163359"/>
                              <a:pt x="302262" y="181253"/>
                            </a:cubicBezTo>
                            <a:cubicBezTo>
                              <a:pt x="293605" y="199148"/>
                              <a:pt x="269367" y="209538"/>
                              <a:pt x="236183" y="209538"/>
                            </a:cubicBezTo>
                            <a:cubicBezTo>
                              <a:pt x="233009" y="209538"/>
                              <a:pt x="229546" y="209249"/>
                              <a:pt x="226372" y="209249"/>
                            </a:cubicBezTo>
                            <a:cubicBezTo>
                              <a:pt x="223487" y="213579"/>
                              <a:pt x="220890" y="218197"/>
                              <a:pt x="218004" y="222526"/>
                            </a:cubicBezTo>
                            <a:cubicBezTo>
                              <a:pt x="224064" y="223103"/>
                              <a:pt x="230123" y="223392"/>
                              <a:pt x="236183" y="223392"/>
                            </a:cubicBezTo>
                            <a:cubicBezTo>
                              <a:pt x="275426" y="223392"/>
                              <a:pt x="303127" y="210692"/>
                              <a:pt x="314670" y="187314"/>
                            </a:cubicBezTo>
                            <a:cubicBezTo>
                              <a:pt x="326212" y="164513"/>
                              <a:pt x="319863" y="135651"/>
                              <a:pt x="297068" y="105346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</p:grpSp>
                <p:sp>
                  <p:nvSpPr>
                    <p:cNvPr id="659" name="Google Shape;659;p64"/>
                    <p:cNvSpPr/>
                    <p:nvPr/>
                  </p:nvSpPr>
                  <p:spPr>
                    <a:xfrm>
                      <a:off x="10454912" y="602121"/>
                      <a:ext cx="230941" cy="1711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0941" h="171151" extrusionOk="0">
                          <a:moveTo>
                            <a:pt x="211897" y="6350"/>
                          </a:moveTo>
                          <a:cubicBezTo>
                            <a:pt x="157072" y="95245"/>
                            <a:pt x="91282" y="158164"/>
                            <a:pt x="49731" y="158164"/>
                          </a:cubicBezTo>
                          <a:cubicBezTo>
                            <a:pt x="44248" y="158164"/>
                            <a:pt x="39343" y="157009"/>
                            <a:pt x="35014" y="154700"/>
                          </a:cubicBezTo>
                          <a:cubicBezTo>
                            <a:pt x="12507" y="142867"/>
                            <a:pt x="6448" y="96976"/>
                            <a:pt x="21164" y="32325"/>
                          </a:cubicBezTo>
                          <a:cubicBezTo>
                            <a:pt x="16547" y="32037"/>
                            <a:pt x="12219" y="31748"/>
                            <a:pt x="7890" y="31460"/>
                          </a:cubicBezTo>
                          <a:cubicBezTo>
                            <a:pt x="-7114" y="99285"/>
                            <a:pt x="-1055" y="150660"/>
                            <a:pt x="28955" y="166245"/>
                          </a:cubicBezTo>
                          <a:cubicBezTo>
                            <a:pt x="35014" y="169420"/>
                            <a:pt x="42228" y="171152"/>
                            <a:pt x="49731" y="171152"/>
                          </a:cubicBezTo>
                          <a:cubicBezTo>
                            <a:pt x="99073" y="171152"/>
                            <a:pt x="171212" y="102171"/>
                            <a:pt x="230942" y="0"/>
                          </a:cubicBezTo>
                          <a:cubicBezTo>
                            <a:pt x="224882" y="2598"/>
                            <a:pt x="218534" y="4618"/>
                            <a:pt x="211897" y="6350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  <p:grpSp>
                <p:nvGrpSpPr>
                  <p:cNvPr id="660" name="Google Shape;660;p64"/>
                  <p:cNvGrpSpPr/>
                  <p:nvPr/>
                </p:nvGrpSpPr>
                <p:grpSpPr>
                  <a:xfrm>
                    <a:off x="10376966" y="420579"/>
                    <a:ext cx="472032" cy="208672"/>
                    <a:chOff x="10376966" y="420579"/>
                    <a:chExt cx="472032" cy="208672"/>
                  </a:xfrm>
                </p:grpSpPr>
                <p:sp>
                  <p:nvSpPr>
                    <p:cNvPr id="661" name="Google Shape;661;p64"/>
                    <p:cNvSpPr/>
                    <p:nvPr/>
                  </p:nvSpPr>
                  <p:spPr>
                    <a:xfrm>
                      <a:off x="10598134" y="557962"/>
                      <a:ext cx="157550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7550" h="57723" extrusionOk="0">
                          <a:moveTo>
                            <a:pt x="32029" y="42138"/>
                          </a:moveTo>
                          <a:cubicBezTo>
                            <a:pt x="21353" y="44736"/>
                            <a:pt x="10676" y="46756"/>
                            <a:pt x="0" y="48777"/>
                          </a:cubicBezTo>
                          <a:cubicBezTo>
                            <a:pt x="8657" y="52240"/>
                            <a:pt x="17025" y="55126"/>
                            <a:pt x="25393" y="57724"/>
                          </a:cubicBezTo>
                          <a:cubicBezTo>
                            <a:pt x="28567" y="57147"/>
                            <a:pt x="31741" y="56281"/>
                            <a:pt x="34915" y="55704"/>
                          </a:cubicBezTo>
                          <a:cubicBezTo>
                            <a:pt x="80218" y="45313"/>
                            <a:pt x="122346" y="30594"/>
                            <a:pt x="157550" y="13276"/>
                          </a:cubicBezTo>
                          <a:cubicBezTo>
                            <a:pt x="156684" y="8947"/>
                            <a:pt x="155530" y="4618"/>
                            <a:pt x="153799" y="0"/>
                          </a:cubicBezTo>
                          <a:cubicBezTo>
                            <a:pt x="119461" y="17029"/>
                            <a:pt x="77332" y="31748"/>
                            <a:pt x="32029" y="4213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62" name="Google Shape;662;p64"/>
                    <p:cNvSpPr/>
                    <p:nvPr/>
                  </p:nvSpPr>
                  <p:spPr>
                    <a:xfrm>
                      <a:off x="10464534" y="437319"/>
                      <a:ext cx="149759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9759" h="57723" extrusionOk="0">
                          <a:moveTo>
                            <a:pt x="0" y="44159"/>
                          </a:moveTo>
                          <a:cubicBezTo>
                            <a:pt x="577" y="48488"/>
                            <a:pt x="1731" y="53106"/>
                            <a:pt x="3174" y="57724"/>
                          </a:cubicBezTo>
                          <a:cubicBezTo>
                            <a:pt x="36646" y="40407"/>
                            <a:pt x="79929" y="24244"/>
                            <a:pt x="131003" y="12411"/>
                          </a:cubicBezTo>
                          <a:cubicBezTo>
                            <a:pt x="137351" y="10968"/>
                            <a:pt x="143411" y="9524"/>
                            <a:pt x="149759" y="8370"/>
                          </a:cubicBezTo>
                          <a:cubicBezTo>
                            <a:pt x="140814" y="5195"/>
                            <a:pt x="132157" y="2309"/>
                            <a:pt x="123501" y="0"/>
                          </a:cubicBezTo>
                          <a:cubicBezTo>
                            <a:pt x="76178" y="11545"/>
                            <a:pt x="34049" y="26842"/>
                            <a:pt x="0" y="44159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63" name="Google Shape;663;p64"/>
                    <p:cNvSpPr/>
                    <p:nvPr/>
                  </p:nvSpPr>
                  <p:spPr>
                    <a:xfrm>
                      <a:off x="10376966" y="488405"/>
                      <a:ext cx="220302" cy="1408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0302" h="140846" extrusionOk="0">
                          <a:moveTo>
                            <a:pt x="196064" y="122375"/>
                          </a:moveTo>
                          <a:cubicBezTo>
                            <a:pt x="172403" y="125550"/>
                            <a:pt x="149318" y="127281"/>
                            <a:pt x="127966" y="127281"/>
                          </a:cubicBezTo>
                          <a:cubicBezTo>
                            <a:pt x="63330" y="127281"/>
                            <a:pt x="19758" y="112273"/>
                            <a:pt x="14276" y="88029"/>
                          </a:cubicBezTo>
                          <a:cubicBezTo>
                            <a:pt x="9659" y="67537"/>
                            <a:pt x="33320" y="39541"/>
                            <a:pt x="78623" y="13565"/>
                          </a:cubicBezTo>
                          <a:cubicBezTo>
                            <a:pt x="76892" y="8947"/>
                            <a:pt x="75737" y="4618"/>
                            <a:pt x="74872" y="0"/>
                          </a:cubicBezTo>
                          <a:cubicBezTo>
                            <a:pt x="23509" y="28862"/>
                            <a:pt x="-5923" y="62053"/>
                            <a:pt x="1002" y="90915"/>
                          </a:cubicBezTo>
                          <a:cubicBezTo>
                            <a:pt x="8505" y="122663"/>
                            <a:pt x="54673" y="140846"/>
                            <a:pt x="128254" y="140846"/>
                          </a:cubicBezTo>
                          <a:cubicBezTo>
                            <a:pt x="156821" y="140846"/>
                            <a:pt x="188273" y="137960"/>
                            <a:pt x="220303" y="132476"/>
                          </a:cubicBezTo>
                          <a:cubicBezTo>
                            <a:pt x="211934" y="129590"/>
                            <a:pt x="203855" y="126127"/>
                            <a:pt x="196064" y="122375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64" name="Google Shape;664;p64"/>
                    <p:cNvSpPr/>
                    <p:nvPr/>
                  </p:nvSpPr>
                  <p:spPr>
                    <a:xfrm>
                      <a:off x="10615159" y="420579"/>
                      <a:ext cx="233839" cy="1437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3839" h="143732" extrusionOk="0">
                          <a:moveTo>
                            <a:pt x="232862" y="49931"/>
                          </a:moveTo>
                          <a:cubicBezTo>
                            <a:pt x="225649" y="18183"/>
                            <a:pt x="179191" y="0"/>
                            <a:pt x="105610" y="0"/>
                          </a:cubicBezTo>
                          <a:cubicBezTo>
                            <a:pt x="73004" y="0"/>
                            <a:pt x="36646" y="3752"/>
                            <a:pt x="0" y="10968"/>
                          </a:cubicBezTo>
                          <a:cubicBezTo>
                            <a:pt x="8080" y="13854"/>
                            <a:pt x="16159" y="17029"/>
                            <a:pt x="24238" y="20492"/>
                          </a:cubicBezTo>
                          <a:cubicBezTo>
                            <a:pt x="52517" y="15874"/>
                            <a:pt x="80218" y="13565"/>
                            <a:pt x="105610" y="13565"/>
                          </a:cubicBezTo>
                          <a:cubicBezTo>
                            <a:pt x="170246" y="13565"/>
                            <a:pt x="213818" y="28573"/>
                            <a:pt x="219300" y="52817"/>
                          </a:cubicBezTo>
                          <a:cubicBezTo>
                            <a:pt x="223629" y="71289"/>
                            <a:pt x="205161" y="95533"/>
                            <a:pt x="168804" y="118911"/>
                          </a:cubicBezTo>
                          <a:cubicBezTo>
                            <a:pt x="162455" y="122952"/>
                            <a:pt x="155819" y="126704"/>
                            <a:pt x="148893" y="130456"/>
                          </a:cubicBezTo>
                          <a:cubicBezTo>
                            <a:pt x="150625" y="135074"/>
                            <a:pt x="152068" y="139403"/>
                            <a:pt x="153222" y="143733"/>
                          </a:cubicBezTo>
                          <a:cubicBezTo>
                            <a:pt x="161301" y="139403"/>
                            <a:pt x="169092" y="134785"/>
                            <a:pt x="176306" y="130456"/>
                          </a:cubicBezTo>
                          <a:cubicBezTo>
                            <a:pt x="218723" y="103615"/>
                            <a:pt x="238633" y="74753"/>
                            <a:pt x="232862" y="49931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</p:grpSp>
            <p:sp>
              <p:nvSpPr>
                <p:cNvPr id="665" name="Google Shape;665;p64"/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78" h="76195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grpSp>
            <p:nvGrpSpPr>
              <p:cNvPr id="666" name="Google Shape;666;p64"/>
              <p:cNvGrpSpPr/>
              <p:nvPr/>
            </p:nvGrpSpPr>
            <p:grpSpPr>
              <a:xfrm>
                <a:off x="10534652" y="276558"/>
                <a:ext cx="236032" cy="179521"/>
                <a:chOff x="10534652" y="276558"/>
                <a:chExt cx="236032" cy="179521"/>
              </a:xfrm>
            </p:grpSpPr>
            <p:sp>
              <p:nvSpPr>
                <p:cNvPr id="667" name="Google Shape;667;p64"/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72" h="31459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668" name="Google Shape;668;p64"/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619" h="152968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</p:grpSp>
        <p:grpSp>
          <p:nvGrpSpPr>
            <p:cNvPr id="669" name="Google Shape;669;p64"/>
            <p:cNvGrpSpPr/>
            <p:nvPr/>
          </p:nvGrpSpPr>
          <p:grpSpPr>
            <a:xfrm>
              <a:off x="10697974" y="665040"/>
              <a:ext cx="904612" cy="211558"/>
              <a:chOff x="10697974" y="665040"/>
              <a:chExt cx="904612" cy="211558"/>
            </a:xfrm>
          </p:grpSpPr>
          <p:sp>
            <p:nvSpPr>
              <p:cNvPr id="670" name="Google Shape;670;p64"/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207469" h="211558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71" name="Google Shape;671;p64"/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1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72" name="Google Shape;672;p64"/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0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673" name="Google Shape;673;p64"/>
            <p:cNvGrpSpPr/>
            <p:nvPr/>
          </p:nvGrpSpPr>
          <p:grpSpPr>
            <a:xfrm>
              <a:off x="11254015" y="502836"/>
              <a:ext cx="378869" cy="92070"/>
              <a:chOff x="11254015" y="502836"/>
              <a:chExt cx="378869" cy="92070"/>
            </a:xfrm>
          </p:grpSpPr>
          <p:sp>
            <p:nvSpPr>
              <p:cNvPr id="674" name="Google Shape;674;p64"/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6466" h="92069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75" name="Google Shape;675;p64"/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7332" h="92069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76" name="Google Shape;676;p64"/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/>
                <a:ahLst/>
                <a:cxnLst/>
                <a:rect l="l" t="t" r="r" b="b"/>
                <a:pathLst>
                  <a:path w="77620" h="9178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77" name="Google Shape;677;p64"/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92913" h="92069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678" name="Google Shape;678;p64"/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/>
              <a:ahLst/>
              <a:cxnLst/>
              <a:rect l="l" t="t" r="r" b="b"/>
              <a:pathLst>
                <a:path w="318274" h="21098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2">
  <p:cSld name="Пустой слайд 2"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70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83" name="Google Shape;883;p70"/>
          <p:cNvGrpSpPr/>
          <p:nvPr/>
        </p:nvGrpSpPr>
        <p:grpSpPr>
          <a:xfrm>
            <a:off x="10376966" y="276558"/>
            <a:ext cx="1255918" cy="600040"/>
            <a:chOff x="10376966" y="276558"/>
            <a:chExt cx="1255918" cy="600040"/>
          </a:xfrm>
        </p:grpSpPr>
        <p:grpSp>
          <p:nvGrpSpPr>
            <p:cNvPr id="884" name="Google Shape;884;p70"/>
            <p:cNvGrpSpPr/>
            <p:nvPr/>
          </p:nvGrpSpPr>
          <p:grpSpPr>
            <a:xfrm>
              <a:off x="10376966" y="276558"/>
              <a:ext cx="472032" cy="496714"/>
              <a:chOff x="10376966" y="276558"/>
              <a:chExt cx="472032" cy="496714"/>
            </a:xfrm>
          </p:grpSpPr>
          <p:grpSp>
            <p:nvGrpSpPr>
              <p:cNvPr id="885" name="Google Shape;885;p70"/>
              <p:cNvGrpSpPr/>
              <p:nvPr/>
            </p:nvGrpSpPr>
            <p:grpSpPr>
              <a:xfrm>
                <a:off x="10376966" y="413364"/>
                <a:ext cx="472032" cy="359908"/>
                <a:chOff x="10376966" y="413364"/>
                <a:chExt cx="472032" cy="359908"/>
              </a:xfrm>
            </p:grpSpPr>
            <p:grpSp>
              <p:nvGrpSpPr>
                <p:cNvPr id="886" name="Google Shape;886;p70"/>
                <p:cNvGrpSpPr/>
                <p:nvPr/>
              </p:nvGrpSpPr>
              <p:grpSpPr>
                <a:xfrm>
                  <a:off x="10376966" y="413364"/>
                  <a:ext cx="472032" cy="359908"/>
                  <a:chOff x="10376966" y="413364"/>
                  <a:chExt cx="472032" cy="359908"/>
                </a:xfrm>
              </p:grpSpPr>
              <p:grpSp>
                <p:nvGrpSpPr>
                  <p:cNvPr id="887" name="Google Shape;887;p70"/>
                  <p:cNvGrpSpPr/>
                  <p:nvPr/>
                </p:nvGrpSpPr>
                <p:grpSpPr>
                  <a:xfrm>
                    <a:off x="10452557" y="413364"/>
                    <a:ext cx="320303" cy="359908"/>
                    <a:chOff x="10452557" y="413364"/>
                    <a:chExt cx="320303" cy="359908"/>
                  </a:xfrm>
                </p:grpSpPr>
                <p:sp>
                  <p:nvSpPr>
                    <p:cNvPr id="888" name="Google Shape;888;p70"/>
                    <p:cNvSpPr/>
                    <p:nvPr/>
                  </p:nvSpPr>
                  <p:spPr>
                    <a:xfrm>
                      <a:off x="10677775" y="438474"/>
                      <a:ext cx="79063" cy="1526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63" h="152679" extrusionOk="0">
                          <a:moveTo>
                            <a:pt x="25104" y="134208"/>
                          </a:moveTo>
                          <a:cubicBezTo>
                            <a:pt x="49054" y="88895"/>
                            <a:pt x="67810" y="41273"/>
                            <a:pt x="79064" y="1443"/>
                          </a:cubicBezTo>
                          <a:cubicBezTo>
                            <a:pt x="74735" y="866"/>
                            <a:pt x="70407" y="577"/>
                            <a:pt x="65790" y="0"/>
                          </a:cubicBezTo>
                          <a:cubicBezTo>
                            <a:pt x="54825" y="37521"/>
                            <a:pt x="37223" y="83123"/>
                            <a:pt x="13562" y="128147"/>
                          </a:cubicBezTo>
                          <a:cubicBezTo>
                            <a:pt x="9234" y="136517"/>
                            <a:pt x="4617" y="144599"/>
                            <a:pt x="0" y="152680"/>
                          </a:cubicBezTo>
                          <a:cubicBezTo>
                            <a:pt x="6348" y="150660"/>
                            <a:pt x="12696" y="148351"/>
                            <a:pt x="19045" y="146042"/>
                          </a:cubicBezTo>
                          <a:cubicBezTo>
                            <a:pt x="20776" y="142001"/>
                            <a:pt x="22796" y="137960"/>
                            <a:pt x="25104" y="13420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889" name="Google Shape;889;p70"/>
                    <p:cNvSpPr/>
                    <p:nvPr/>
                  </p:nvSpPr>
                  <p:spPr>
                    <a:xfrm>
                      <a:off x="10466265" y="467913"/>
                      <a:ext cx="77043" cy="1532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7043" h="153257" extrusionOk="0">
                          <a:moveTo>
                            <a:pt x="68387" y="15874"/>
                          </a:moveTo>
                          <a:cubicBezTo>
                            <a:pt x="71273" y="10390"/>
                            <a:pt x="74158" y="5195"/>
                            <a:pt x="77044" y="0"/>
                          </a:cubicBezTo>
                          <a:cubicBezTo>
                            <a:pt x="70695" y="2020"/>
                            <a:pt x="64636" y="4041"/>
                            <a:pt x="58576" y="6061"/>
                          </a:cubicBezTo>
                          <a:cubicBezTo>
                            <a:pt x="57999" y="7215"/>
                            <a:pt x="57134" y="8370"/>
                            <a:pt x="56556" y="9813"/>
                          </a:cubicBezTo>
                          <a:cubicBezTo>
                            <a:pt x="30010" y="60033"/>
                            <a:pt x="10965" y="109098"/>
                            <a:pt x="0" y="152391"/>
                          </a:cubicBezTo>
                          <a:cubicBezTo>
                            <a:pt x="4328" y="152680"/>
                            <a:pt x="8657" y="152969"/>
                            <a:pt x="13273" y="153257"/>
                          </a:cubicBezTo>
                          <a:cubicBezTo>
                            <a:pt x="23950" y="112850"/>
                            <a:pt x="41840" y="65805"/>
                            <a:pt x="68387" y="15874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grpSp>
                  <p:nvGrpSpPr>
                    <p:cNvPr id="890" name="Google Shape;890;p70"/>
                    <p:cNvGrpSpPr/>
                    <p:nvPr/>
                  </p:nvGrpSpPr>
                  <p:grpSpPr>
                    <a:xfrm>
                      <a:off x="10452557" y="413364"/>
                      <a:ext cx="320303" cy="223391"/>
                      <a:chOff x="10452557" y="413364"/>
                      <a:chExt cx="320303" cy="223391"/>
                    </a:xfrm>
                  </p:grpSpPr>
                  <p:sp>
                    <p:nvSpPr>
                      <p:cNvPr id="891" name="Google Shape;891;p70"/>
                      <p:cNvSpPr/>
                      <p:nvPr/>
                    </p:nvSpPr>
                    <p:spPr>
                      <a:xfrm>
                        <a:off x="10503200" y="546706"/>
                        <a:ext cx="161301" cy="8716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61301" h="87163" extrusionOk="0">
                            <a:moveTo>
                              <a:pt x="5771" y="0"/>
                            </a:moveTo>
                            <a:cubicBezTo>
                              <a:pt x="3751" y="4618"/>
                              <a:pt x="1731" y="9236"/>
                              <a:pt x="0" y="13854"/>
                            </a:cubicBezTo>
                            <a:cubicBezTo>
                              <a:pt x="19044" y="30882"/>
                              <a:pt x="42706" y="46756"/>
                              <a:pt x="69830" y="60033"/>
                            </a:cubicBezTo>
                            <a:cubicBezTo>
                              <a:pt x="97819" y="73598"/>
                              <a:pt x="126386" y="82834"/>
                              <a:pt x="153222" y="87163"/>
                            </a:cubicBezTo>
                            <a:cubicBezTo>
                              <a:pt x="156107" y="83123"/>
                              <a:pt x="158704" y="78793"/>
                              <a:pt x="161301" y="74464"/>
                            </a:cubicBezTo>
                            <a:cubicBezTo>
                              <a:pt x="134177" y="71001"/>
                              <a:pt x="104456" y="61765"/>
                              <a:pt x="75601" y="47622"/>
                            </a:cubicBezTo>
                            <a:cubicBezTo>
                              <a:pt x="48477" y="34346"/>
                              <a:pt x="24527" y="17606"/>
                              <a:pt x="5771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  <p:sp>
                    <p:nvSpPr>
                      <p:cNvPr id="892" name="Google Shape;892;p70"/>
                      <p:cNvSpPr/>
                      <p:nvPr/>
                    </p:nvSpPr>
                    <p:spPr>
                      <a:xfrm>
                        <a:off x="10452557" y="413364"/>
                        <a:ext cx="320303" cy="22339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03" h="223391" extrusionOk="0">
                            <a:moveTo>
                              <a:pt x="297068" y="105346"/>
                            </a:moveTo>
                            <a:cubicBezTo>
                              <a:pt x="275426" y="76484"/>
                              <a:pt x="240800" y="49643"/>
                              <a:pt x="200114" y="30016"/>
                            </a:cubicBezTo>
                            <a:cubicBezTo>
                              <a:pt x="160582" y="10679"/>
                              <a:pt x="119319" y="0"/>
                              <a:pt x="83827" y="0"/>
                            </a:cubicBezTo>
                            <a:cubicBezTo>
                              <a:pt x="44584" y="0"/>
                              <a:pt x="16883" y="12699"/>
                              <a:pt x="5341" y="36077"/>
                            </a:cubicBezTo>
                            <a:cubicBezTo>
                              <a:pt x="-8799" y="64939"/>
                              <a:pt x="5918" y="102749"/>
                              <a:pt x="40256" y="137383"/>
                            </a:cubicBezTo>
                            <a:cubicBezTo>
                              <a:pt x="42275" y="132765"/>
                              <a:pt x="44007" y="127859"/>
                              <a:pt x="46027" y="123241"/>
                            </a:cubicBezTo>
                            <a:cubicBezTo>
                              <a:pt x="19191" y="94379"/>
                              <a:pt x="7072" y="63785"/>
                              <a:pt x="17460" y="42138"/>
                            </a:cubicBezTo>
                            <a:cubicBezTo>
                              <a:pt x="26116" y="24244"/>
                              <a:pt x="50355" y="13854"/>
                              <a:pt x="83538" y="13854"/>
                            </a:cubicBezTo>
                            <a:cubicBezTo>
                              <a:pt x="117011" y="13854"/>
                              <a:pt x="156254" y="23955"/>
                              <a:pt x="193766" y="42427"/>
                            </a:cubicBezTo>
                            <a:cubicBezTo>
                              <a:pt x="232432" y="61476"/>
                              <a:pt x="265038" y="86586"/>
                              <a:pt x="285526" y="113716"/>
                            </a:cubicBezTo>
                            <a:cubicBezTo>
                              <a:pt x="304859" y="139403"/>
                              <a:pt x="310918" y="163359"/>
                              <a:pt x="302262" y="181253"/>
                            </a:cubicBezTo>
                            <a:cubicBezTo>
                              <a:pt x="293605" y="199148"/>
                              <a:pt x="269367" y="209538"/>
                              <a:pt x="236183" y="209538"/>
                            </a:cubicBezTo>
                            <a:cubicBezTo>
                              <a:pt x="233009" y="209538"/>
                              <a:pt x="229546" y="209249"/>
                              <a:pt x="226372" y="209249"/>
                            </a:cubicBezTo>
                            <a:cubicBezTo>
                              <a:pt x="223487" y="213579"/>
                              <a:pt x="220890" y="218197"/>
                              <a:pt x="218004" y="222526"/>
                            </a:cubicBezTo>
                            <a:cubicBezTo>
                              <a:pt x="224064" y="223103"/>
                              <a:pt x="230123" y="223392"/>
                              <a:pt x="236183" y="223392"/>
                            </a:cubicBezTo>
                            <a:cubicBezTo>
                              <a:pt x="275426" y="223392"/>
                              <a:pt x="303127" y="210692"/>
                              <a:pt x="314670" y="187314"/>
                            </a:cubicBezTo>
                            <a:cubicBezTo>
                              <a:pt x="326212" y="164513"/>
                              <a:pt x="319863" y="135651"/>
                              <a:pt x="297068" y="105346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</p:grpSp>
                <p:sp>
                  <p:nvSpPr>
                    <p:cNvPr id="893" name="Google Shape;893;p70"/>
                    <p:cNvSpPr/>
                    <p:nvPr/>
                  </p:nvSpPr>
                  <p:spPr>
                    <a:xfrm>
                      <a:off x="10454912" y="602121"/>
                      <a:ext cx="230941" cy="1711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0941" h="171151" extrusionOk="0">
                          <a:moveTo>
                            <a:pt x="211897" y="6350"/>
                          </a:moveTo>
                          <a:cubicBezTo>
                            <a:pt x="157072" y="95245"/>
                            <a:pt x="91282" y="158164"/>
                            <a:pt x="49731" y="158164"/>
                          </a:cubicBezTo>
                          <a:cubicBezTo>
                            <a:pt x="44248" y="158164"/>
                            <a:pt x="39343" y="157009"/>
                            <a:pt x="35014" y="154700"/>
                          </a:cubicBezTo>
                          <a:cubicBezTo>
                            <a:pt x="12507" y="142867"/>
                            <a:pt x="6448" y="96976"/>
                            <a:pt x="21164" y="32325"/>
                          </a:cubicBezTo>
                          <a:cubicBezTo>
                            <a:pt x="16547" y="32037"/>
                            <a:pt x="12219" y="31748"/>
                            <a:pt x="7890" y="31460"/>
                          </a:cubicBezTo>
                          <a:cubicBezTo>
                            <a:pt x="-7114" y="99285"/>
                            <a:pt x="-1055" y="150660"/>
                            <a:pt x="28955" y="166245"/>
                          </a:cubicBezTo>
                          <a:cubicBezTo>
                            <a:pt x="35014" y="169420"/>
                            <a:pt x="42228" y="171152"/>
                            <a:pt x="49731" y="171152"/>
                          </a:cubicBezTo>
                          <a:cubicBezTo>
                            <a:pt x="99073" y="171152"/>
                            <a:pt x="171212" y="102171"/>
                            <a:pt x="230942" y="0"/>
                          </a:cubicBezTo>
                          <a:cubicBezTo>
                            <a:pt x="224882" y="2598"/>
                            <a:pt x="218534" y="4618"/>
                            <a:pt x="211897" y="6350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  <p:grpSp>
                <p:nvGrpSpPr>
                  <p:cNvPr id="894" name="Google Shape;894;p70"/>
                  <p:cNvGrpSpPr/>
                  <p:nvPr/>
                </p:nvGrpSpPr>
                <p:grpSpPr>
                  <a:xfrm>
                    <a:off x="10376966" y="420579"/>
                    <a:ext cx="472032" cy="208672"/>
                    <a:chOff x="10376966" y="420579"/>
                    <a:chExt cx="472032" cy="208672"/>
                  </a:xfrm>
                </p:grpSpPr>
                <p:sp>
                  <p:nvSpPr>
                    <p:cNvPr id="895" name="Google Shape;895;p70"/>
                    <p:cNvSpPr/>
                    <p:nvPr/>
                  </p:nvSpPr>
                  <p:spPr>
                    <a:xfrm>
                      <a:off x="10598134" y="557962"/>
                      <a:ext cx="157550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7550" h="57723" extrusionOk="0">
                          <a:moveTo>
                            <a:pt x="32029" y="42138"/>
                          </a:moveTo>
                          <a:cubicBezTo>
                            <a:pt x="21353" y="44736"/>
                            <a:pt x="10676" y="46756"/>
                            <a:pt x="0" y="48777"/>
                          </a:cubicBezTo>
                          <a:cubicBezTo>
                            <a:pt x="8657" y="52240"/>
                            <a:pt x="17025" y="55126"/>
                            <a:pt x="25393" y="57724"/>
                          </a:cubicBezTo>
                          <a:cubicBezTo>
                            <a:pt x="28567" y="57147"/>
                            <a:pt x="31741" y="56281"/>
                            <a:pt x="34915" y="55704"/>
                          </a:cubicBezTo>
                          <a:cubicBezTo>
                            <a:pt x="80218" y="45313"/>
                            <a:pt x="122346" y="30594"/>
                            <a:pt x="157550" y="13276"/>
                          </a:cubicBezTo>
                          <a:cubicBezTo>
                            <a:pt x="156684" y="8947"/>
                            <a:pt x="155530" y="4618"/>
                            <a:pt x="153799" y="0"/>
                          </a:cubicBezTo>
                          <a:cubicBezTo>
                            <a:pt x="119461" y="17029"/>
                            <a:pt x="77332" y="31748"/>
                            <a:pt x="32029" y="4213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896" name="Google Shape;896;p70"/>
                    <p:cNvSpPr/>
                    <p:nvPr/>
                  </p:nvSpPr>
                  <p:spPr>
                    <a:xfrm>
                      <a:off x="10464534" y="437319"/>
                      <a:ext cx="149759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9759" h="57723" extrusionOk="0">
                          <a:moveTo>
                            <a:pt x="0" y="44159"/>
                          </a:moveTo>
                          <a:cubicBezTo>
                            <a:pt x="577" y="48488"/>
                            <a:pt x="1731" y="53106"/>
                            <a:pt x="3174" y="57724"/>
                          </a:cubicBezTo>
                          <a:cubicBezTo>
                            <a:pt x="36646" y="40407"/>
                            <a:pt x="79929" y="24244"/>
                            <a:pt x="131003" y="12411"/>
                          </a:cubicBezTo>
                          <a:cubicBezTo>
                            <a:pt x="137351" y="10968"/>
                            <a:pt x="143411" y="9524"/>
                            <a:pt x="149759" y="8370"/>
                          </a:cubicBezTo>
                          <a:cubicBezTo>
                            <a:pt x="140814" y="5195"/>
                            <a:pt x="132157" y="2309"/>
                            <a:pt x="123501" y="0"/>
                          </a:cubicBezTo>
                          <a:cubicBezTo>
                            <a:pt x="76178" y="11545"/>
                            <a:pt x="34049" y="26842"/>
                            <a:pt x="0" y="44159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897" name="Google Shape;897;p70"/>
                    <p:cNvSpPr/>
                    <p:nvPr/>
                  </p:nvSpPr>
                  <p:spPr>
                    <a:xfrm>
                      <a:off x="10376966" y="488405"/>
                      <a:ext cx="220302" cy="1408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0302" h="140846" extrusionOk="0">
                          <a:moveTo>
                            <a:pt x="196064" y="122375"/>
                          </a:moveTo>
                          <a:cubicBezTo>
                            <a:pt x="172403" y="125550"/>
                            <a:pt x="149318" y="127281"/>
                            <a:pt x="127966" y="127281"/>
                          </a:cubicBezTo>
                          <a:cubicBezTo>
                            <a:pt x="63330" y="127281"/>
                            <a:pt x="19758" y="112273"/>
                            <a:pt x="14276" y="88029"/>
                          </a:cubicBezTo>
                          <a:cubicBezTo>
                            <a:pt x="9659" y="67537"/>
                            <a:pt x="33320" y="39541"/>
                            <a:pt x="78623" y="13565"/>
                          </a:cubicBezTo>
                          <a:cubicBezTo>
                            <a:pt x="76892" y="8947"/>
                            <a:pt x="75737" y="4618"/>
                            <a:pt x="74872" y="0"/>
                          </a:cubicBezTo>
                          <a:cubicBezTo>
                            <a:pt x="23509" y="28862"/>
                            <a:pt x="-5923" y="62053"/>
                            <a:pt x="1002" y="90915"/>
                          </a:cubicBezTo>
                          <a:cubicBezTo>
                            <a:pt x="8505" y="122663"/>
                            <a:pt x="54673" y="140846"/>
                            <a:pt x="128254" y="140846"/>
                          </a:cubicBezTo>
                          <a:cubicBezTo>
                            <a:pt x="156821" y="140846"/>
                            <a:pt x="188273" y="137960"/>
                            <a:pt x="220303" y="132476"/>
                          </a:cubicBezTo>
                          <a:cubicBezTo>
                            <a:pt x="211934" y="129590"/>
                            <a:pt x="203855" y="126127"/>
                            <a:pt x="196064" y="122375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898" name="Google Shape;898;p70"/>
                    <p:cNvSpPr/>
                    <p:nvPr/>
                  </p:nvSpPr>
                  <p:spPr>
                    <a:xfrm>
                      <a:off x="10615159" y="420579"/>
                      <a:ext cx="233839" cy="1437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3839" h="143732" extrusionOk="0">
                          <a:moveTo>
                            <a:pt x="232862" y="49931"/>
                          </a:moveTo>
                          <a:cubicBezTo>
                            <a:pt x="225649" y="18183"/>
                            <a:pt x="179191" y="0"/>
                            <a:pt x="105610" y="0"/>
                          </a:cubicBezTo>
                          <a:cubicBezTo>
                            <a:pt x="73004" y="0"/>
                            <a:pt x="36646" y="3752"/>
                            <a:pt x="0" y="10968"/>
                          </a:cubicBezTo>
                          <a:cubicBezTo>
                            <a:pt x="8080" y="13854"/>
                            <a:pt x="16159" y="17029"/>
                            <a:pt x="24238" y="20492"/>
                          </a:cubicBezTo>
                          <a:cubicBezTo>
                            <a:pt x="52517" y="15874"/>
                            <a:pt x="80218" y="13565"/>
                            <a:pt x="105610" y="13565"/>
                          </a:cubicBezTo>
                          <a:cubicBezTo>
                            <a:pt x="170246" y="13565"/>
                            <a:pt x="213818" y="28573"/>
                            <a:pt x="219300" y="52817"/>
                          </a:cubicBezTo>
                          <a:cubicBezTo>
                            <a:pt x="223629" y="71289"/>
                            <a:pt x="205161" y="95533"/>
                            <a:pt x="168804" y="118911"/>
                          </a:cubicBezTo>
                          <a:cubicBezTo>
                            <a:pt x="162455" y="122952"/>
                            <a:pt x="155819" y="126704"/>
                            <a:pt x="148893" y="130456"/>
                          </a:cubicBezTo>
                          <a:cubicBezTo>
                            <a:pt x="150625" y="135074"/>
                            <a:pt x="152068" y="139403"/>
                            <a:pt x="153222" y="143733"/>
                          </a:cubicBezTo>
                          <a:cubicBezTo>
                            <a:pt x="161301" y="139403"/>
                            <a:pt x="169092" y="134785"/>
                            <a:pt x="176306" y="130456"/>
                          </a:cubicBezTo>
                          <a:cubicBezTo>
                            <a:pt x="218723" y="103615"/>
                            <a:pt x="238633" y="74753"/>
                            <a:pt x="232862" y="49931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</p:grpSp>
            <p:sp>
              <p:nvSpPr>
                <p:cNvPr id="899" name="Google Shape;899;p70"/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78" h="76195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grpSp>
            <p:nvGrpSpPr>
              <p:cNvPr id="900" name="Google Shape;900;p70"/>
              <p:cNvGrpSpPr/>
              <p:nvPr/>
            </p:nvGrpSpPr>
            <p:grpSpPr>
              <a:xfrm>
                <a:off x="10534652" y="276558"/>
                <a:ext cx="236032" cy="179521"/>
                <a:chOff x="10534652" y="276558"/>
                <a:chExt cx="236032" cy="179521"/>
              </a:xfrm>
            </p:grpSpPr>
            <p:sp>
              <p:nvSpPr>
                <p:cNvPr id="901" name="Google Shape;901;p70"/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72" h="31459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902" name="Google Shape;902;p70"/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619" h="152968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</p:grpSp>
        <p:grpSp>
          <p:nvGrpSpPr>
            <p:cNvPr id="903" name="Google Shape;903;p70"/>
            <p:cNvGrpSpPr/>
            <p:nvPr/>
          </p:nvGrpSpPr>
          <p:grpSpPr>
            <a:xfrm>
              <a:off x="10697974" y="665040"/>
              <a:ext cx="904612" cy="211558"/>
              <a:chOff x="10697974" y="665040"/>
              <a:chExt cx="904612" cy="211558"/>
            </a:xfrm>
          </p:grpSpPr>
          <p:sp>
            <p:nvSpPr>
              <p:cNvPr id="904" name="Google Shape;904;p70"/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207469" h="211558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905" name="Google Shape;905;p70"/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1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906" name="Google Shape;906;p70"/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0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907" name="Google Shape;907;p70"/>
            <p:cNvGrpSpPr/>
            <p:nvPr/>
          </p:nvGrpSpPr>
          <p:grpSpPr>
            <a:xfrm>
              <a:off x="11254015" y="502836"/>
              <a:ext cx="378869" cy="92070"/>
              <a:chOff x="11254015" y="502836"/>
              <a:chExt cx="378869" cy="92070"/>
            </a:xfrm>
          </p:grpSpPr>
          <p:sp>
            <p:nvSpPr>
              <p:cNvPr id="908" name="Google Shape;908;p70"/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6466" h="92069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909" name="Google Shape;909;p70"/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7332" h="92069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910" name="Google Shape;910;p70"/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/>
                <a:ahLst/>
                <a:cxnLst/>
                <a:rect l="l" t="t" r="r" b="b"/>
                <a:pathLst>
                  <a:path w="77620" h="9178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911" name="Google Shape;911;p70"/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92913" h="92069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912" name="Google Shape;912;p70"/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/>
              <a:ahLst/>
              <a:cxnLst/>
              <a:rect l="l" t="t" r="r" b="b"/>
              <a:pathLst>
                <a:path w="318274" h="21098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Шапка с атомом">
  <p:cSld name="Шапка с атомом"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74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3" name="Google Shape;993;p74"/>
          <p:cNvSpPr/>
          <p:nvPr/>
        </p:nvSpPr>
        <p:spPr>
          <a:xfrm>
            <a:off x="-1" y="-1"/>
            <a:ext cx="12192001" cy="12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55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94" name="Google Shape;994;p74"/>
          <p:cNvPicPr preferRelativeResize="0"/>
          <p:nvPr/>
        </p:nvPicPr>
        <p:blipFill rotWithShape="1">
          <a:blip r:embed="rId2">
            <a:alphaModFix/>
          </a:blip>
          <a:srcRect t="23654" b="46857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74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96" name="Google Shape;996;p74"/>
          <p:cNvSpPr txBox="1">
            <a:spLocks noGrp="1"/>
          </p:cNvSpPr>
          <p:nvPr>
            <p:ph type="body" idx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97" name="Google Shape;997;p74"/>
          <p:cNvSpPr txBox="1">
            <a:spLocks noGrp="1"/>
          </p:cNvSpPr>
          <p:nvPr>
            <p:ph type="body" idx="2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ото фон">
  <p:cSld name="Фото фон"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75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0" name="Google Shape;1000;p75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4" r:id="rId3"/>
    <p:sldLayoutId id="2147483663" r:id="rId4"/>
    <p:sldLayoutId id="2147483668" r:id="rId5"/>
    <p:sldLayoutId id="2147483674" r:id="rId6"/>
    <p:sldLayoutId id="2147483678" r:id="rId7"/>
    <p:sldLayoutId id="214748367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91">
          <p15:clr>
            <a:srgbClr val="F26B43"/>
          </p15:clr>
        </p15:guide>
        <p15:guide id="4" orient="horz" pos="4065">
          <p15:clr>
            <a:srgbClr val="F26B43"/>
          </p15:clr>
        </p15:guide>
        <p15:guide id="5" pos="347">
          <p15:clr>
            <a:srgbClr val="F26B43"/>
          </p15:clr>
        </p15:guide>
        <p15:guide id="6" pos="73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6ZjYcy76wsY1MTF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lar.google.com/" TargetMode="External"/><Relationship Id="rId7" Type="http://schemas.openxmlformats.org/officeDocument/2006/relationships/hyperlink" Target="https://dl.acm.org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ieeexplore.ieee.org/" TargetMode="External"/><Relationship Id="rId5" Type="http://schemas.openxmlformats.org/officeDocument/2006/relationships/hyperlink" Target="https://openalex.org/" TargetMode="External"/><Relationship Id="rId4" Type="http://schemas.openxmlformats.org/officeDocument/2006/relationships/hyperlink" Target="https://www.semanticscholar.org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" TargetMode="External"/><Relationship Id="rId7" Type="http://schemas.openxmlformats.org/officeDocument/2006/relationships/hyperlink" Target="https://csrc.nist.gov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elibrary.ru/" TargetMode="External"/><Relationship Id="rId5" Type="http://schemas.openxmlformats.org/officeDocument/2006/relationships/hyperlink" Target="https://cyberleninka.ru/" TargetMode="External"/><Relationship Id="rId4" Type="http://schemas.openxmlformats.org/officeDocument/2006/relationships/hyperlink" Target="https://search.crossref.org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ttack.mitre.org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owasp.org/" TargetMode="External"/><Relationship Id="rId4" Type="http://schemas.openxmlformats.org/officeDocument/2006/relationships/hyperlink" Target="https://www.rfc-editor.org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2"/>
          <p:cNvSpPr txBox="1">
            <a:spLocks noGrp="1"/>
          </p:cNvSpPr>
          <p:nvPr>
            <p:ph type="body" idx="1"/>
          </p:nvPr>
        </p:nvSpPr>
        <p:spPr>
          <a:xfrm>
            <a:off x="560194" y="5233399"/>
            <a:ext cx="7349686" cy="1355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8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Некрасов Константин Олегович</a:t>
            </a: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Директор по разработке ML-моделей  </a:t>
            </a: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АО «Газпромбанк»</a:t>
            </a:r>
            <a:endParaRPr lang="en-US" sz="180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Блог: </a:t>
            </a:r>
            <a:r>
              <a:rPr lang="en-US" sz="1800" i="0" u="none" strike="noStrike" cap="none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Labalgo</a:t>
            </a:r>
            <a:endParaRPr lang="en-US" sz="1800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5" name="Google Shape;1015;p2"/>
          <p:cNvSpPr txBox="1">
            <a:spLocks noGrp="1"/>
          </p:cNvSpPr>
          <p:nvPr>
            <p:ph type="body" idx="2"/>
          </p:nvPr>
        </p:nvSpPr>
        <p:spPr>
          <a:xfrm>
            <a:off x="560193" y="3890246"/>
            <a:ext cx="614753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ru-RU" dirty="0"/>
              <a:t>Анализ источников для поиска темы</a:t>
            </a:r>
            <a:endParaRPr dirty="0"/>
          </a:p>
        </p:txBody>
      </p:sp>
      <p:sp>
        <p:nvSpPr>
          <p:cNvPr id="1016" name="Google Shape;1016;p2"/>
          <p:cNvSpPr txBox="1">
            <a:spLocks noGrp="1"/>
          </p:cNvSpPr>
          <p:nvPr>
            <p:ph type="body" idx="3"/>
          </p:nvPr>
        </p:nvSpPr>
        <p:spPr>
          <a:xfrm>
            <a:off x="560195" y="3105834"/>
            <a:ext cx="553580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ru-RU" dirty="0"/>
              <a:t>НИР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6"/>
          <p:cNvPicPr preferRelativeResize="0"/>
          <p:nvPr/>
        </p:nvPicPr>
        <p:blipFill rotWithShape="1">
          <a:blip r:embed="rId3">
            <a:alphaModFix amt="45000"/>
          </a:blip>
          <a:srcRect l="38538" b="28686"/>
          <a:stretch/>
        </p:blipFill>
        <p:spPr>
          <a:xfrm>
            <a:off x="0" y="2683359"/>
            <a:ext cx="3424263" cy="4174641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6"/>
          <p:cNvSpPr txBox="1"/>
          <p:nvPr/>
        </p:nvSpPr>
        <p:spPr>
          <a:xfrm>
            <a:off x="3548552" y="759532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3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2" name="Google Shape;1062;p6"/>
          <p:cNvSpPr txBox="1"/>
          <p:nvPr/>
        </p:nvSpPr>
        <p:spPr>
          <a:xfrm>
            <a:off x="4362208" y="1190812"/>
            <a:ext cx="489685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Логика работы с источниками</a:t>
            </a:r>
            <a:endParaRPr dirty="0"/>
          </a:p>
        </p:txBody>
      </p:sp>
      <p:sp>
        <p:nvSpPr>
          <p:cNvPr id="1063" name="Google Shape;1063;p6"/>
          <p:cNvSpPr txBox="1"/>
          <p:nvPr/>
        </p:nvSpPr>
        <p:spPr>
          <a:xfrm>
            <a:off x="3548552" y="1494445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3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4" name="Google Shape;1064;p6"/>
          <p:cNvSpPr txBox="1"/>
          <p:nvPr/>
        </p:nvSpPr>
        <p:spPr>
          <a:xfrm>
            <a:off x="4362208" y="1925725"/>
            <a:ext cx="489685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Поисковая карта темы</a:t>
            </a:r>
            <a:endParaRPr dirty="0"/>
          </a:p>
        </p:txBody>
      </p:sp>
      <p:sp>
        <p:nvSpPr>
          <p:cNvPr id="1065" name="Google Shape;1065;p6"/>
          <p:cNvSpPr txBox="1"/>
          <p:nvPr/>
        </p:nvSpPr>
        <p:spPr>
          <a:xfrm>
            <a:off x="3548552" y="2229358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id="1066" name="Google Shape;1066;p6"/>
          <p:cNvSpPr txBox="1"/>
          <p:nvPr/>
        </p:nvSpPr>
        <p:spPr>
          <a:xfrm>
            <a:off x="4362208" y="2660638"/>
            <a:ext cx="489685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Аналитическое чтение источников</a:t>
            </a:r>
            <a:endParaRPr lang="ru-RU" dirty="0"/>
          </a:p>
        </p:txBody>
      </p:sp>
      <p:sp>
        <p:nvSpPr>
          <p:cNvPr id="1067" name="Google Shape;1067;p6"/>
          <p:cNvSpPr txBox="1"/>
          <p:nvPr/>
        </p:nvSpPr>
        <p:spPr>
          <a:xfrm>
            <a:off x="3548552" y="2964271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sp>
        <p:nvSpPr>
          <p:cNvPr id="1068" name="Google Shape;1068;p6"/>
          <p:cNvSpPr txBox="1"/>
          <p:nvPr/>
        </p:nvSpPr>
        <p:spPr>
          <a:xfrm>
            <a:off x="4362208" y="3395551"/>
            <a:ext cx="489685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Фиксация источника</a:t>
            </a:r>
            <a:endParaRPr dirty="0"/>
          </a:p>
        </p:txBody>
      </p:sp>
      <p:sp>
        <p:nvSpPr>
          <p:cNvPr id="1069" name="Google Shape;1069;p6"/>
          <p:cNvSpPr txBox="1"/>
          <p:nvPr/>
        </p:nvSpPr>
        <p:spPr>
          <a:xfrm>
            <a:off x="3548552" y="3699184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sz="3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0" name="Google Shape;1070;p6"/>
          <p:cNvSpPr txBox="1"/>
          <p:nvPr/>
        </p:nvSpPr>
        <p:spPr>
          <a:xfrm>
            <a:off x="4362208" y="4130464"/>
            <a:ext cx="489685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Сравнение источников и поиска исследовательского зазора</a:t>
            </a:r>
            <a:endParaRPr dirty="0"/>
          </a:p>
        </p:txBody>
      </p:sp>
      <p:sp>
        <p:nvSpPr>
          <p:cNvPr id="1071" name="Google Shape;1071;p6"/>
          <p:cNvSpPr txBox="1"/>
          <p:nvPr/>
        </p:nvSpPr>
        <p:spPr>
          <a:xfrm>
            <a:off x="3548552" y="4438635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</a:p>
        </p:txBody>
      </p:sp>
      <p:sp>
        <p:nvSpPr>
          <p:cNvPr id="1072" name="Google Shape;1072;p6"/>
          <p:cNvSpPr txBox="1"/>
          <p:nvPr/>
        </p:nvSpPr>
        <p:spPr>
          <a:xfrm>
            <a:off x="4362208" y="4869915"/>
            <a:ext cx="574734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Пример работы с источниками</a:t>
            </a:r>
          </a:p>
        </p:txBody>
      </p:sp>
      <p:sp>
        <p:nvSpPr>
          <p:cNvPr id="1075" name="Google Shape;1075;p6"/>
          <p:cNvSpPr txBox="1"/>
          <p:nvPr/>
        </p:nvSpPr>
        <p:spPr>
          <a:xfrm>
            <a:off x="559572" y="359101"/>
            <a:ext cx="30667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sz="2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План занятия</a:t>
            </a:r>
            <a:endParaRPr sz="28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181155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01. Логика работы с источниками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Логика работы с источниками</a:t>
            </a:r>
            <a:endParaRPr dirty="0"/>
          </a:p>
        </p:txBody>
      </p:sp>
      <p:sp>
        <p:nvSpPr>
          <p:cNvPr id="1127" name="Google Shape;1127;p13"/>
          <p:cNvSpPr txBox="1">
            <a:spLocks noGrp="1"/>
          </p:cNvSpPr>
          <p:nvPr>
            <p:ph type="body" idx="2"/>
          </p:nvPr>
        </p:nvSpPr>
        <p:spPr>
          <a:xfrm>
            <a:off x="577987" y="2025369"/>
            <a:ext cx="4581530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dirty="0"/>
              <a:t>Разложить тему на поисковые понятия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dirty="0"/>
              <a:t>Найти поле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dirty="0"/>
              <a:t>Отобрать релевантное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dirty="0"/>
              <a:t>Прочитать источники аналитически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dirty="0"/>
              <a:t>Организовать материалы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dirty="0"/>
              <a:t>Сравнить источники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dirty="0"/>
              <a:t>Найти исследовательский зазор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dirty="0"/>
              <a:t>Синтезировать выводы</a:t>
            </a:r>
          </a:p>
        </p:txBody>
      </p:sp>
      <p:sp>
        <p:nvSpPr>
          <p:cNvPr id="4" name="Google Shape;1127;p13">
            <a:extLst>
              <a:ext uri="{FF2B5EF4-FFF2-40B4-BE49-F238E27FC236}">
                <a16:creationId xmlns:a16="http://schemas.microsoft.com/office/drawing/2014/main" id="{2D7E2A73-CA4D-48A9-A71C-7812DE03EFFC}"/>
              </a:ext>
            </a:extLst>
          </p:cNvPr>
          <p:cNvSpPr txBox="1">
            <a:spLocks/>
          </p:cNvSpPr>
          <p:nvPr/>
        </p:nvSpPr>
        <p:spPr>
          <a:xfrm>
            <a:off x="2578370" y="4818658"/>
            <a:ext cx="458153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ru-RU" b="1" dirty="0"/>
              <a:t>Пример:</a:t>
            </a:r>
            <a:r>
              <a:rPr lang="ru-RU" dirty="0"/>
              <a:t> «Разработка и оценка системы детектирования фишинговых сообщений, сгенерированных с использованием больших языковых моделей»</a:t>
            </a:r>
          </a:p>
        </p:txBody>
      </p:sp>
      <p:pic>
        <p:nvPicPr>
          <p:cNvPr id="4098" name="Picture 2" descr="Работа с источниками литературы для курсовой работы">
            <a:extLst>
              <a:ext uri="{FF2B5EF4-FFF2-40B4-BE49-F238E27FC236}">
                <a16:creationId xmlns:a16="http://schemas.microsoft.com/office/drawing/2014/main" id="{13AC5412-AF95-4606-B760-776C2758F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3309" y="1085275"/>
            <a:ext cx="5280884" cy="4442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181155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02. Поисковая карта темы</a:t>
            </a:r>
          </a:p>
        </p:txBody>
      </p:sp>
    </p:spTree>
    <p:extLst>
      <p:ext uri="{BB962C8B-B14F-4D97-AF65-F5344CB8AC3E}">
        <p14:creationId xmlns:p14="http://schemas.microsoft.com/office/powerpoint/2010/main" val="83539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8F5F8DA6-0679-4498-BF90-33CC3602BE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161056"/>
              </p:ext>
            </p:extLst>
          </p:nvPr>
        </p:nvGraphicFramePr>
        <p:xfrm>
          <a:off x="1259697" y="1425953"/>
          <a:ext cx="9847384" cy="4533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1846">
                  <a:extLst>
                    <a:ext uri="{9D8B030D-6E8A-4147-A177-3AD203B41FA5}">
                      <a16:colId xmlns:a16="http://schemas.microsoft.com/office/drawing/2014/main" val="12821060"/>
                    </a:ext>
                  </a:extLst>
                </a:gridCol>
                <a:gridCol w="2461846">
                  <a:extLst>
                    <a:ext uri="{9D8B030D-6E8A-4147-A177-3AD203B41FA5}">
                      <a16:colId xmlns:a16="http://schemas.microsoft.com/office/drawing/2014/main" val="898821697"/>
                    </a:ext>
                  </a:extLst>
                </a:gridCol>
                <a:gridCol w="2461846">
                  <a:extLst>
                    <a:ext uri="{9D8B030D-6E8A-4147-A177-3AD203B41FA5}">
                      <a16:colId xmlns:a16="http://schemas.microsoft.com/office/drawing/2014/main" val="2848829033"/>
                    </a:ext>
                  </a:extLst>
                </a:gridCol>
                <a:gridCol w="2461846">
                  <a:extLst>
                    <a:ext uri="{9D8B030D-6E8A-4147-A177-3AD203B41FA5}">
                      <a16:colId xmlns:a16="http://schemas.microsoft.com/office/drawing/2014/main" val="2247476743"/>
                    </a:ext>
                  </a:extLst>
                </a:gridCol>
              </a:tblGrid>
              <a:tr h="596531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Блок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Вопрос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Пример по сквозной теме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Варианты терминов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2656455147"/>
                  </a:ext>
                </a:extLst>
              </a:tr>
              <a:tr h="835143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Объект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Что изучаем?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фишинговые сообщения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phishing email, malicious email, phishing message</a:t>
                      </a:r>
                      <a:endParaRPr lang="en-US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3810222815"/>
                  </a:ext>
                </a:extLst>
              </a:tr>
              <a:tr h="596531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Задача</a:t>
                      </a:r>
                      <a:endParaRPr lang="ru-RU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Что хотим сделать?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обнаружить / классифицировать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detection, classification, identification</a:t>
                      </a:r>
                      <a:endParaRPr lang="en-US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119817701"/>
                  </a:ext>
                </a:extLst>
              </a:tr>
              <a:tr h="835143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Специфика</a:t>
                      </a:r>
                      <a:endParaRPr lang="ru-RU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Что отличает ваш случай?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текст создан 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LLM</a:t>
                      </a:r>
                      <a:endParaRPr lang="en-US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LLM-generated, AI-generated, synthetic text</a:t>
                      </a:r>
                      <a:endParaRPr lang="en-US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974288690"/>
                  </a:ext>
                </a:extLst>
              </a:tr>
              <a:tr h="107375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Метод / подход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Какие решения могут использоваться?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NLP, embeddings, LLM, classifiers</a:t>
                      </a:r>
                      <a:endParaRPr lang="en-US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text classification, embeddings, transformer, language model</a:t>
                      </a:r>
                      <a:endParaRPr lang="en-US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376884906"/>
                  </a:ext>
                </a:extLst>
              </a:tr>
              <a:tr h="596531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Проверка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Как оценивают результат?</a:t>
                      </a:r>
                      <a:endParaRPr lang="ru-RU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качество детектирования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precision, recall, F1, false positive rate, robustness</a:t>
                      </a:r>
                      <a:endParaRPr lang="en-US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3091495915"/>
                  </a:ext>
                </a:extLst>
              </a:tr>
            </a:tbl>
          </a:graphicData>
        </a:graphic>
      </p:graphicFrame>
      <p:sp>
        <p:nvSpPr>
          <p:cNvPr id="7" name="Google Shape;1161;p17">
            <a:extLst>
              <a:ext uri="{FF2B5EF4-FFF2-40B4-BE49-F238E27FC236}">
                <a16:creationId xmlns:a16="http://schemas.microsoft.com/office/drawing/2014/main" id="{7698777F-6FDF-4EB9-B0FB-751C8EB81E3E}"/>
              </a:ext>
            </a:extLst>
          </p:cNvPr>
          <p:cNvSpPr txBox="1">
            <a:spLocks/>
          </p:cNvSpPr>
          <p:nvPr/>
        </p:nvSpPr>
        <p:spPr>
          <a:xfrm>
            <a:off x="559572" y="359101"/>
            <a:ext cx="710092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sz="2800" b="1" dirty="0">
                <a:solidFill>
                  <a:schemeClr val="accent1"/>
                </a:solidFill>
                <a:latin typeface="Montserrat" panose="00000500000000000000" pitchFamily="2" charset="-52"/>
              </a:rPr>
              <a:t>Смысловые блоки</a:t>
            </a:r>
          </a:p>
        </p:txBody>
      </p:sp>
    </p:spTree>
    <p:extLst>
      <p:ext uri="{BB962C8B-B14F-4D97-AF65-F5344CB8AC3E}">
        <p14:creationId xmlns:p14="http://schemas.microsoft.com/office/powerpoint/2010/main" val="98004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7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710092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Навигация по источникам</a:t>
            </a:r>
            <a:endParaRPr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96E2049E-4387-4CB8-AC0E-F4F99B083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078167"/>
              </p:ext>
            </p:extLst>
          </p:nvPr>
        </p:nvGraphicFramePr>
        <p:xfrm>
          <a:off x="1197886" y="971950"/>
          <a:ext cx="9796228" cy="5645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9057">
                  <a:extLst>
                    <a:ext uri="{9D8B030D-6E8A-4147-A177-3AD203B41FA5}">
                      <a16:colId xmlns:a16="http://schemas.microsoft.com/office/drawing/2014/main" val="2104945638"/>
                    </a:ext>
                  </a:extLst>
                </a:gridCol>
                <a:gridCol w="2449057">
                  <a:extLst>
                    <a:ext uri="{9D8B030D-6E8A-4147-A177-3AD203B41FA5}">
                      <a16:colId xmlns:a16="http://schemas.microsoft.com/office/drawing/2014/main" val="3399028092"/>
                    </a:ext>
                  </a:extLst>
                </a:gridCol>
                <a:gridCol w="2449057">
                  <a:extLst>
                    <a:ext uri="{9D8B030D-6E8A-4147-A177-3AD203B41FA5}">
                      <a16:colId xmlns:a16="http://schemas.microsoft.com/office/drawing/2014/main" val="226316743"/>
                    </a:ext>
                  </a:extLst>
                </a:gridCol>
                <a:gridCol w="2449057">
                  <a:extLst>
                    <a:ext uri="{9D8B030D-6E8A-4147-A177-3AD203B41FA5}">
                      <a16:colId xmlns:a16="http://schemas.microsoft.com/office/drawing/2014/main" val="1018247667"/>
                    </a:ext>
                  </a:extLst>
                </a:gridCol>
              </a:tblGrid>
              <a:tr h="415845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Ресурс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Для чего использовать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Важно помнить</a:t>
                      </a:r>
                      <a:endParaRPr lang="ru-RU" sz="14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Ссылка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42709525"/>
                  </a:ext>
                </a:extLst>
              </a:tr>
              <a:tr h="1127909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Google Scholar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Широкий стартовый поиск, поиск по цитированиям и похожим работам.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Индекс широк, поэтому качество найденных материалов нужно оценивать отдельно.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sng" strike="noStrik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https://scholar.google.com/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763648323"/>
                  </a:ext>
                </a:extLst>
              </a:tr>
              <a:tr h="922835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Semantic Scholar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Поиск научных работ, быстрый обзор связанных публикаций и цитирований.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AI-сводки помогают навигации, но не заменяют чтение оригинала.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sng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https://www.semanticscholar.org/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033477529"/>
                  </a:ext>
                </a:extLst>
              </a:tr>
              <a:tr h="1127909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OpenAlex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Открытый каталог научных работ, авторов, организаций и связей между публикациями.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Полезен для обнаружения поля и метаданных; полный текст доступен не всегда.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sng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https://openalex.org/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648908430"/>
                  </a:ext>
                </a:extLst>
              </a:tr>
              <a:tr h="922835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IEEE Xplore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Статьи, конференции и стандарты по инженерии, ИТ, ИБ, электронике.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Часть полного текста может требовать институционального доступа.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sng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https://ieeexplore.ieee.org/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401682666"/>
                  </a:ext>
                </a:extLst>
              </a:tr>
              <a:tr h="1127909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ACM Digital Library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Исследования по </a:t>
                      </a: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computer science, software engineering, HCI, security </a:t>
                      </a:r>
                      <a:r>
                        <a:rPr lang="ru-RU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и смежным областям.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Особенно полезна для материалов конференций и журналов ACM.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sng" strike="noStrik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https://dl.acm.org/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44304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1190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7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710092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Навигация по источникам</a:t>
            </a:r>
            <a:endParaRPr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96E2049E-4387-4CB8-AC0E-F4F99B083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458401"/>
              </p:ext>
            </p:extLst>
          </p:nvPr>
        </p:nvGraphicFramePr>
        <p:xfrm>
          <a:off x="1197886" y="971950"/>
          <a:ext cx="9796228" cy="5645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9057">
                  <a:extLst>
                    <a:ext uri="{9D8B030D-6E8A-4147-A177-3AD203B41FA5}">
                      <a16:colId xmlns:a16="http://schemas.microsoft.com/office/drawing/2014/main" val="2104945638"/>
                    </a:ext>
                  </a:extLst>
                </a:gridCol>
                <a:gridCol w="2449057">
                  <a:extLst>
                    <a:ext uri="{9D8B030D-6E8A-4147-A177-3AD203B41FA5}">
                      <a16:colId xmlns:a16="http://schemas.microsoft.com/office/drawing/2014/main" val="3399028092"/>
                    </a:ext>
                  </a:extLst>
                </a:gridCol>
                <a:gridCol w="2449057">
                  <a:extLst>
                    <a:ext uri="{9D8B030D-6E8A-4147-A177-3AD203B41FA5}">
                      <a16:colId xmlns:a16="http://schemas.microsoft.com/office/drawing/2014/main" val="226316743"/>
                    </a:ext>
                  </a:extLst>
                </a:gridCol>
                <a:gridCol w="2449057">
                  <a:extLst>
                    <a:ext uri="{9D8B030D-6E8A-4147-A177-3AD203B41FA5}">
                      <a16:colId xmlns:a16="http://schemas.microsoft.com/office/drawing/2014/main" val="1018247667"/>
                    </a:ext>
                  </a:extLst>
                </a:gridCol>
              </a:tblGrid>
              <a:tr h="415845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Ресурс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Для чего использовать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Важно помнить</a:t>
                      </a:r>
                      <a:endParaRPr lang="ru-RU" sz="14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Ссылка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42709525"/>
                  </a:ext>
                </a:extLst>
              </a:tr>
              <a:tr h="1127909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arXiv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Свежие препринты по CS, AI/ML, криптографии и другим техническим областям.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Материалы на arXiv не проходят обязательное рецензирование самим архивом; статус публикации нужно проверять.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sng" strike="noStrik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https://arxiv.org/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763648323"/>
                  </a:ext>
                </a:extLst>
              </a:tr>
              <a:tr h="922835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Crossref</a:t>
                      </a: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 Metadata Search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Проверка DOI, названия, авторов и библиографических метаданных.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Это прежде всего метаданные, а не база полнотекстовых статей.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sng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https://search.crossref.org/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033477529"/>
                  </a:ext>
                </a:extLst>
              </a:tr>
              <a:tr h="1127909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CyberLeninka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Русскоязычные научные статьи в открытом доступе.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Используйте как один из каналов, а не как единственный источник по технической теме.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sng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https://cyberleninka.ru/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648908430"/>
                  </a:ext>
                </a:extLst>
              </a:tr>
              <a:tr h="922835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eLIBRARY.RU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Российская научная периодика, библиографический и цитатный поиск.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Доступность полного текста зависит от конкретного издания и прав доступа.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sng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https://www.elibrary.ru/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401682666"/>
                  </a:ext>
                </a:extLst>
              </a:tr>
              <a:tr h="1127909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NIST CSRC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Стандарты, рекомендации и публикации по кибербезопасности.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Источник требований и профессиональных рамок, но не замена научному сравнению методов.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sng" strike="noStrik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https://csrc.nist.gov/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44304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6371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7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710092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Навигация по источникам</a:t>
            </a:r>
            <a:endParaRPr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96E2049E-4387-4CB8-AC0E-F4F99B083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31218"/>
              </p:ext>
            </p:extLst>
          </p:nvPr>
        </p:nvGraphicFramePr>
        <p:xfrm>
          <a:off x="1242647" y="1700912"/>
          <a:ext cx="9796228" cy="35944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9057">
                  <a:extLst>
                    <a:ext uri="{9D8B030D-6E8A-4147-A177-3AD203B41FA5}">
                      <a16:colId xmlns:a16="http://schemas.microsoft.com/office/drawing/2014/main" val="2104945638"/>
                    </a:ext>
                  </a:extLst>
                </a:gridCol>
                <a:gridCol w="2449057">
                  <a:extLst>
                    <a:ext uri="{9D8B030D-6E8A-4147-A177-3AD203B41FA5}">
                      <a16:colId xmlns:a16="http://schemas.microsoft.com/office/drawing/2014/main" val="3399028092"/>
                    </a:ext>
                  </a:extLst>
                </a:gridCol>
                <a:gridCol w="2449057">
                  <a:extLst>
                    <a:ext uri="{9D8B030D-6E8A-4147-A177-3AD203B41FA5}">
                      <a16:colId xmlns:a16="http://schemas.microsoft.com/office/drawing/2014/main" val="226316743"/>
                    </a:ext>
                  </a:extLst>
                </a:gridCol>
                <a:gridCol w="2449057">
                  <a:extLst>
                    <a:ext uri="{9D8B030D-6E8A-4147-A177-3AD203B41FA5}">
                      <a16:colId xmlns:a16="http://schemas.microsoft.com/office/drawing/2014/main" val="1018247667"/>
                    </a:ext>
                  </a:extLst>
                </a:gridCol>
              </a:tblGrid>
              <a:tr h="415845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Ресурс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Для чего использовать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Важно помнить</a:t>
                      </a:r>
                      <a:endParaRPr lang="ru-RU" sz="14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Ссылка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42709525"/>
                  </a:ext>
                </a:extLst>
              </a:tr>
              <a:tr h="1127909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MITRE ATT&amp;CK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Тактики и техники атак, терминология и практический контекст ИБ.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Подходит для описания угроз и сценариев, а не для доказательства эффективности вашего алгоритма.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sng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https://attack.mitre.org/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763648323"/>
                  </a:ext>
                </a:extLst>
              </a:tr>
              <a:tr h="922835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RFC Editor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Спецификации интернет-протоколов и стандартов RFC.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Используйте, когда исследование зависит от требований протокола или архитектуры сети.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sng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https://www.rfc-editor.org/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033477529"/>
                  </a:ext>
                </a:extLst>
              </a:tr>
              <a:tr h="1127909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OWASP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Практические материалы и проекты по безопасности приложений.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</a:rPr>
                        <a:t>Профессиональная практика и рекомендации; научные утверждения проверяйте по исследованиям.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sng" strike="noStrik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-52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https://owasp.org/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648908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3639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Алгоритм поиска по слоям</a:t>
            </a:r>
            <a:endParaRPr dirty="0"/>
          </a:p>
        </p:txBody>
      </p:sp>
      <p:sp>
        <p:nvSpPr>
          <p:cNvPr id="1127" name="Google Shape;1127;p13"/>
          <p:cNvSpPr txBox="1">
            <a:spLocks noGrp="1"/>
          </p:cNvSpPr>
          <p:nvPr>
            <p:ph type="body" idx="2"/>
          </p:nvPr>
        </p:nvSpPr>
        <p:spPr>
          <a:xfrm>
            <a:off x="577987" y="2025369"/>
            <a:ext cx="4581530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b="1" dirty="0"/>
              <a:t>Широкий поиск.  </a:t>
            </a:r>
            <a:r>
              <a:rPr lang="en-US" dirty="0" err="1"/>
              <a:t>Начните</a:t>
            </a:r>
            <a:r>
              <a:rPr lang="en-US" dirty="0"/>
              <a:t> в Google Scholar / Semantic Scholar / </a:t>
            </a:r>
            <a:r>
              <a:rPr lang="en-US" dirty="0" err="1"/>
              <a:t>OpenAlex</a:t>
            </a:r>
            <a:endParaRPr lang="ru-RU"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endParaRPr lang="ru-RU"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b="1" dirty="0"/>
              <a:t>Предметный поиск. </a:t>
            </a:r>
            <a:r>
              <a:rPr lang="ru-RU" dirty="0"/>
              <a:t>Перейдите в IEEE </a:t>
            </a:r>
            <a:r>
              <a:rPr lang="ru-RU" dirty="0" err="1"/>
              <a:t>Xplore</a:t>
            </a:r>
            <a:r>
              <a:rPr lang="ru-RU" dirty="0"/>
              <a:t>, ACM Digital Library, </a:t>
            </a:r>
            <a:r>
              <a:rPr lang="ru-RU" dirty="0" err="1"/>
              <a:t>arXiv</a:t>
            </a:r>
            <a:r>
              <a:rPr lang="ru-RU" dirty="0"/>
              <a:t> или другие профильные базы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endParaRPr lang="ru-RU"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b="1" dirty="0"/>
              <a:t>Цепочка цитирований. </a:t>
            </a:r>
            <a:r>
              <a:rPr lang="ru-RU" dirty="0"/>
              <a:t>У хорошей статьи просмотрите список литературы и работы, которые её цитируют</a:t>
            </a:r>
          </a:p>
        </p:txBody>
      </p:sp>
      <p:sp>
        <p:nvSpPr>
          <p:cNvPr id="5" name="Google Shape;1127;p13">
            <a:extLst>
              <a:ext uri="{FF2B5EF4-FFF2-40B4-BE49-F238E27FC236}">
                <a16:creationId xmlns:a16="http://schemas.microsoft.com/office/drawing/2014/main" id="{276FB595-D790-4645-A0F8-F720F14F3E0D}"/>
              </a:ext>
            </a:extLst>
          </p:cNvPr>
          <p:cNvSpPr txBox="1">
            <a:spLocks/>
          </p:cNvSpPr>
          <p:nvPr/>
        </p:nvSpPr>
        <p:spPr>
          <a:xfrm>
            <a:off x="5609319" y="2025369"/>
            <a:ext cx="4581530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ru-RU" b="1" dirty="0"/>
              <a:t>4. Практический контекст. </a:t>
            </a:r>
            <a:r>
              <a:rPr lang="ru-RU" dirty="0"/>
              <a:t>Проверьте стандарты, технические рекомендации и профессиональные источники</a:t>
            </a:r>
          </a:p>
          <a:p>
            <a:pPr marL="0" indent="0"/>
            <a:endParaRPr lang="ru-RU" dirty="0"/>
          </a:p>
          <a:p>
            <a:pPr marL="0" indent="0"/>
            <a:r>
              <a:rPr lang="ru-RU" b="1" dirty="0"/>
              <a:t>5. Проверка реквизитов. </a:t>
            </a:r>
            <a:r>
              <a:rPr lang="ru-RU" dirty="0"/>
              <a:t>Перед включением публикации в рабочую библиографию проверьте DOI, авторов, год и статус публикации через страницу издателя или </a:t>
            </a:r>
            <a:r>
              <a:rPr lang="ru-RU" dirty="0" err="1"/>
              <a:t>Crossref</a:t>
            </a:r>
            <a:r>
              <a:rPr lang="ru-RU" dirty="0"/>
              <a:t>.</a:t>
            </a:r>
          </a:p>
          <a:p>
            <a:pPr marL="0" indent="0"/>
            <a:endParaRPr lang="ru-RU" dirty="0"/>
          </a:p>
        </p:txBody>
      </p:sp>
      <p:pic>
        <p:nvPicPr>
          <p:cNvPr id="3074" name="Picture 2" descr="Алгоритм работы по созданию EJM">
            <a:extLst>
              <a:ext uri="{FF2B5EF4-FFF2-40B4-BE49-F238E27FC236}">
                <a16:creationId xmlns:a16="http://schemas.microsoft.com/office/drawing/2014/main" id="{6FDF0966-0338-4C36-A869-2B48AA937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691" y="3970411"/>
            <a:ext cx="4473966" cy="252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6271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Отбор источников</a:t>
            </a:r>
            <a:endParaRPr dirty="0"/>
          </a:p>
        </p:txBody>
      </p:sp>
      <p:sp>
        <p:nvSpPr>
          <p:cNvPr id="1127" name="Google Shape;1127;p13"/>
          <p:cNvSpPr txBox="1">
            <a:spLocks noGrp="1"/>
          </p:cNvSpPr>
          <p:nvPr>
            <p:ph type="body" idx="2"/>
          </p:nvPr>
        </p:nvSpPr>
        <p:spPr>
          <a:xfrm>
            <a:off x="559572" y="1238857"/>
            <a:ext cx="458153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i="1" dirty="0"/>
              <a:t>Не пытайтесь читать все источники, которые будут попадаться вам на глаза сразу. У вас может не хватить на это время или мотивации. Лучше воспользуйтесь методом скрининга. </a:t>
            </a:r>
          </a:p>
        </p:txBody>
      </p:sp>
      <p:sp>
        <p:nvSpPr>
          <p:cNvPr id="7" name="Google Shape;1127;p13">
            <a:extLst>
              <a:ext uri="{FF2B5EF4-FFF2-40B4-BE49-F238E27FC236}">
                <a16:creationId xmlns:a16="http://schemas.microsoft.com/office/drawing/2014/main" id="{36CB46FE-F21C-4438-9E85-F86BD9838AC7}"/>
              </a:ext>
            </a:extLst>
          </p:cNvPr>
          <p:cNvSpPr txBox="1">
            <a:spLocks/>
          </p:cNvSpPr>
          <p:nvPr/>
        </p:nvSpPr>
        <p:spPr>
          <a:xfrm>
            <a:off x="559572" y="2844244"/>
            <a:ext cx="458153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ru-RU" dirty="0"/>
              <a:t>Уровни:</a:t>
            </a:r>
          </a:p>
          <a:p>
            <a:pPr marL="342900" indent="-342900">
              <a:buAutoNum type="arabicPeriod"/>
            </a:pPr>
            <a:r>
              <a:rPr lang="ru-RU" dirty="0"/>
              <a:t>30 секунд: первичный фильтр.</a:t>
            </a:r>
          </a:p>
          <a:p>
            <a:pPr marL="342900" indent="-342900">
              <a:buAutoNum type="arabicPeriod"/>
            </a:pPr>
            <a:r>
              <a:rPr lang="ru-RU" dirty="0"/>
              <a:t>3 минуты: проверка полезности.</a:t>
            </a:r>
          </a:p>
          <a:p>
            <a:pPr marL="342900" indent="-342900">
              <a:buAutoNum type="arabicPeriod"/>
            </a:pPr>
            <a:r>
              <a:rPr lang="ru-RU" dirty="0"/>
              <a:t>15 минут и более: аналитическое чтение.</a:t>
            </a:r>
          </a:p>
        </p:txBody>
      </p:sp>
    </p:spTree>
    <p:extLst>
      <p:ext uri="{BB962C8B-B14F-4D97-AF65-F5344CB8AC3E}">
        <p14:creationId xmlns:p14="http://schemas.microsoft.com/office/powerpoint/2010/main" val="61932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219523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03. Аналитическое чтение источников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7667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7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710092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Шаг 1. Карта статьи</a:t>
            </a:r>
            <a:endParaRPr dirty="0"/>
          </a:p>
        </p:txBody>
      </p:sp>
      <p:sp>
        <p:nvSpPr>
          <p:cNvPr id="1163" name="Google Shape;1163;p17"/>
          <p:cNvSpPr txBox="1">
            <a:spLocks noGrp="1"/>
          </p:cNvSpPr>
          <p:nvPr>
            <p:ph type="body" idx="2"/>
          </p:nvPr>
        </p:nvSpPr>
        <p:spPr>
          <a:xfrm>
            <a:off x="559572" y="1865510"/>
            <a:ext cx="5278520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600" b="1" dirty="0"/>
              <a:t>Поймите что вообще сделано в источнике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endParaRPr lang="ru-RU" sz="1600"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600" b="1" dirty="0"/>
              <a:t>Зафиксируйте это в 3-4 строках: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Tx/>
              <a:buChar char="-"/>
            </a:pPr>
            <a:r>
              <a:rPr lang="ru-RU" sz="1600" dirty="0"/>
              <a:t>какую проблему решают авторы;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Tx/>
              <a:buChar char="-"/>
            </a:pPr>
            <a:r>
              <a:rPr lang="ru-RU" sz="1600" dirty="0"/>
              <a:t>какой результат заявляют;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Tx/>
              <a:buChar char="-"/>
            </a:pPr>
            <a:r>
              <a:rPr lang="ru-RU" sz="1600" dirty="0"/>
              <a:t>на каких данных / материале работают;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Tx/>
              <a:buChar char="-"/>
            </a:pPr>
            <a:r>
              <a:rPr lang="ru-RU" sz="1600" dirty="0"/>
              <a:t>почему статья может быть полезна вашей теме.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9A769D4-0220-42E7-978E-7C0B7624C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230" y="2082378"/>
            <a:ext cx="3943350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865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22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Шаг 2. Разбор конструкции исследования</a:t>
            </a:r>
            <a:endParaRPr dirty="0"/>
          </a:p>
        </p:txBody>
      </p:sp>
      <p:sp>
        <p:nvSpPr>
          <p:cNvPr id="1216" name="Google Shape;1216;p22"/>
          <p:cNvSpPr txBox="1">
            <a:spLocks noGrp="1"/>
          </p:cNvSpPr>
          <p:nvPr>
            <p:ph type="body" idx="2"/>
          </p:nvPr>
        </p:nvSpPr>
        <p:spPr>
          <a:xfrm>
            <a:off x="654422" y="1501180"/>
            <a:ext cx="883381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Вопрос      метод      данные      проверка      результат </a:t>
            </a:r>
            <a:endParaRPr b="1" dirty="0">
              <a:latin typeface="Montserrat" panose="00000500000000000000" pitchFamily="2" charset="-52"/>
            </a:endParaRPr>
          </a:p>
        </p:txBody>
      </p:sp>
      <p:sp>
        <p:nvSpPr>
          <p:cNvPr id="9" name="Google Shape;1216;p22">
            <a:extLst>
              <a:ext uri="{FF2B5EF4-FFF2-40B4-BE49-F238E27FC236}">
                <a16:creationId xmlns:a16="http://schemas.microsoft.com/office/drawing/2014/main" id="{809A7554-43C5-4E57-B1D4-9EDB38F961CA}"/>
              </a:ext>
            </a:extLst>
          </p:cNvPr>
          <p:cNvSpPr txBox="1">
            <a:spLocks/>
          </p:cNvSpPr>
          <p:nvPr/>
        </p:nvSpPr>
        <p:spPr>
          <a:xfrm>
            <a:off x="559572" y="2489330"/>
            <a:ext cx="8271102" cy="336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marR="144145" indent="179388" rtl="0">
              <a:spcBef>
                <a:spcPts val="400"/>
              </a:spcBef>
              <a:spcAft>
                <a:spcPts val="500"/>
              </a:spcAft>
            </a:pPr>
            <a:r>
              <a:rPr lang="ru-RU" sz="1600" b="1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Исследовательский вопрос: </a:t>
            </a:r>
            <a:r>
              <a:rPr lang="ru-RU" sz="1600" b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Что именно авторы пытаются узнать или улучшить?</a:t>
            </a:r>
          </a:p>
          <a:p>
            <a:pPr marL="0" marR="144145" indent="179388" rtl="0">
              <a:spcBef>
                <a:spcPts val="400"/>
              </a:spcBef>
              <a:spcAft>
                <a:spcPts val="500"/>
              </a:spcAft>
            </a:pPr>
            <a:r>
              <a:rPr lang="ru-RU" sz="1600" b="1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База сравнения:</a:t>
            </a:r>
            <a:r>
              <a:rPr lang="ru-RU" sz="1600" b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 С чем сравнивается новый подход?</a:t>
            </a:r>
          </a:p>
          <a:p>
            <a:pPr marL="0" marR="144145" indent="179388" rtl="0">
              <a:spcBef>
                <a:spcPts val="400"/>
              </a:spcBef>
              <a:spcAft>
                <a:spcPts val="500"/>
              </a:spcAft>
            </a:pPr>
            <a:r>
              <a:rPr lang="ru-RU" sz="1600" b="1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Данные:</a:t>
            </a:r>
            <a:r>
              <a:rPr lang="ru-RU" sz="1600" b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 Откуда данные, какого они размера и насколько соответствуют реальному контексту?</a:t>
            </a:r>
          </a:p>
          <a:p>
            <a:pPr marL="0" marR="144145" indent="179388" rtl="0">
              <a:spcBef>
                <a:spcPts val="400"/>
              </a:spcBef>
              <a:spcAft>
                <a:spcPts val="500"/>
              </a:spcAft>
            </a:pPr>
            <a:r>
              <a:rPr lang="ru-RU" sz="1600" b="1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Метод: </a:t>
            </a:r>
            <a:r>
              <a:rPr lang="ru-RU" sz="1600" b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Что именно сделано и какие существенные параметры заданы?</a:t>
            </a:r>
          </a:p>
          <a:p>
            <a:pPr marL="0" marR="144145" indent="179388" rtl="0">
              <a:spcBef>
                <a:spcPts val="400"/>
              </a:spcBef>
              <a:spcAft>
                <a:spcPts val="500"/>
              </a:spcAft>
            </a:pPr>
            <a:r>
              <a:rPr lang="ru-RU" sz="1600" b="1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Метрики:</a:t>
            </a:r>
            <a:r>
              <a:rPr lang="ru-RU" sz="1600" b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 По каким показателям объявляется успех?</a:t>
            </a:r>
          </a:p>
          <a:p>
            <a:pPr marL="0" marR="144145" indent="179388" rtl="0">
              <a:spcBef>
                <a:spcPts val="400"/>
              </a:spcBef>
              <a:spcAft>
                <a:spcPts val="500"/>
              </a:spcAft>
            </a:pPr>
            <a:r>
              <a:rPr lang="ru-RU" sz="1600" b="1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Результат:</a:t>
            </a:r>
            <a:r>
              <a:rPr lang="ru-RU" sz="1600" b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 Какое численное или качественное различие получено?</a:t>
            </a:r>
          </a:p>
          <a:p>
            <a:pPr marL="0" marR="144145" indent="179388" rtl="0">
              <a:spcBef>
                <a:spcPts val="400"/>
              </a:spcBef>
              <a:spcAft>
                <a:spcPts val="500"/>
              </a:spcAft>
            </a:pPr>
            <a:r>
              <a:rPr lang="ru-RU" sz="1600" b="1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Ограничения:</a:t>
            </a:r>
            <a:r>
              <a:rPr lang="ru-RU" sz="1600" b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 Что не проверялось, где подход может не работать, какие угрозы валидности есть?</a:t>
            </a:r>
          </a:p>
        </p:txBody>
      </p:sp>
      <p:pic>
        <p:nvPicPr>
          <p:cNvPr id="5124" name="Picture 4" descr="Иконка Цепь от Colourcreatype – скачать в PNG, SVG">
            <a:extLst>
              <a:ext uri="{FF2B5EF4-FFF2-40B4-BE49-F238E27FC236}">
                <a16:creationId xmlns:a16="http://schemas.microsoft.com/office/drawing/2014/main" id="{93990921-99D8-4A58-A95A-D9ECE4811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690423">
            <a:off x="1731640" y="1568830"/>
            <a:ext cx="249887" cy="249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Иконка Цепь от Colourcreatype – скачать в PNG, SVG">
            <a:extLst>
              <a:ext uri="{FF2B5EF4-FFF2-40B4-BE49-F238E27FC236}">
                <a16:creationId xmlns:a16="http://schemas.microsoft.com/office/drawing/2014/main" id="{8559430F-2577-4AF1-913C-492AF4741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690423">
            <a:off x="2894286" y="1578530"/>
            <a:ext cx="249887" cy="249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Иконка Цепь от Colourcreatype – скачать в PNG, SVG">
            <a:extLst>
              <a:ext uri="{FF2B5EF4-FFF2-40B4-BE49-F238E27FC236}">
                <a16:creationId xmlns:a16="http://schemas.microsoft.com/office/drawing/2014/main" id="{867F4E2C-05D4-46B5-A3EF-3E91C08D4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690423">
            <a:off x="4234733" y="1578530"/>
            <a:ext cx="249887" cy="249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Иконка Цепь от Colourcreatype – скачать в PNG, SVG">
            <a:extLst>
              <a:ext uri="{FF2B5EF4-FFF2-40B4-BE49-F238E27FC236}">
                <a16:creationId xmlns:a16="http://schemas.microsoft.com/office/drawing/2014/main" id="{ECA4037E-E3CF-4C59-9B42-760C1C85E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690423">
            <a:off x="5837351" y="1578531"/>
            <a:ext cx="249887" cy="249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3170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7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710092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Шаг 3. Критическая проверка</a:t>
            </a:r>
            <a:endParaRPr dirty="0"/>
          </a:p>
        </p:txBody>
      </p:sp>
      <p:sp>
        <p:nvSpPr>
          <p:cNvPr id="1163" name="Google Shape;1163;p17"/>
          <p:cNvSpPr txBox="1">
            <a:spLocks noGrp="1"/>
          </p:cNvSpPr>
          <p:nvPr>
            <p:ph type="body" idx="2"/>
          </p:nvPr>
        </p:nvSpPr>
        <p:spPr>
          <a:xfrm>
            <a:off x="559572" y="1166862"/>
            <a:ext cx="5278520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600" dirty="0"/>
              <a:t>Достаточны ли данные для заявленного вывода;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endParaRPr lang="ru-RU" sz="1600"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600" dirty="0"/>
              <a:t>Корректно ли выбрана база сравнения;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endParaRPr lang="ru-RU" sz="1600"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600" dirty="0"/>
              <a:t>Можно ли сопоставлять метрики с другими работами;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endParaRPr lang="ru-RU" sz="1600"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600" dirty="0"/>
              <a:t>Есть ли альтернативное объяснение результата;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endParaRPr lang="ru-RU" sz="1600"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600" dirty="0"/>
              <a:t>Переносится ли результат на другой </a:t>
            </a:r>
            <a:r>
              <a:rPr lang="ru-RU" sz="1600" dirty="0" err="1"/>
              <a:t>датасет</a:t>
            </a:r>
            <a:r>
              <a:rPr lang="ru-RU" sz="1600" dirty="0"/>
              <a:t>, организацию, язык, версию технологии;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endParaRPr lang="ru-RU" sz="1600"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600" dirty="0"/>
              <a:t>Что произойдёт при изменении ключевого условия;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endParaRPr lang="ru-RU" sz="1600"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600" dirty="0"/>
              <a:t>Можно ли воспроизвести эксперимент по описанию статьи.</a:t>
            </a:r>
          </a:p>
        </p:txBody>
      </p:sp>
      <p:pic>
        <p:nvPicPr>
          <p:cNvPr id="6148" name="Picture 4" descr="Проверим вашего контрагента - buhgalter-33.ru">
            <a:extLst>
              <a:ext uri="{FF2B5EF4-FFF2-40B4-BE49-F238E27FC236}">
                <a16:creationId xmlns:a16="http://schemas.microsoft.com/office/drawing/2014/main" id="{DFB3A3AF-3ECD-432C-A9D5-2C4515E76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433" y="1019944"/>
            <a:ext cx="5310554" cy="5310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1145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7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710092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Пример аналитического чтения</a:t>
            </a:r>
            <a:endParaRPr dirty="0"/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49A29285-5ACA-4FBB-A49C-13DED7C50A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095612"/>
              </p:ext>
            </p:extLst>
          </p:nvPr>
        </p:nvGraphicFramePr>
        <p:xfrm>
          <a:off x="1355614" y="1387586"/>
          <a:ext cx="9809018" cy="4994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4509">
                  <a:extLst>
                    <a:ext uri="{9D8B030D-6E8A-4147-A177-3AD203B41FA5}">
                      <a16:colId xmlns:a16="http://schemas.microsoft.com/office/drawing/2014/main" val="2203654270"/>
                    </a:ext>
                  </a:extLst>
                </a:gridCol>
                <a:gridCol w="4904509">
                  <a:extLst>
                    <a:ext uri="{9D8B030D-6E8A-4147-A177-3AD203B41FA5}">
                      <a16:colId xmlns:a16="http://schemas.microsoft.com/office/drawing/2014/main" val="876124509"/>
                    </a:ext>
                  </a:extLst>
                </a:gridCol>
              </a:tblGrid>
              <a:tr h="430418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Что фиксируем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Аналитическая заметка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295283117"/>
                  </a:ext>
                </a:extLst>
              </a:tr>
              <a:tr h="742913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Исследовательский вопрос</a:t>
                      </a:r>
                      <a:endParaRPr lang="ru-RU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Повышает ли transformer-модель качество обнаружения фишинговых писем по сравнению с базовым классификатором?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647898518"/>
                  </a:ext>
                </a:extLst>
              </a:tr>
              <a:tr h="530653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Данные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Один корпус размеченных писем из одного временного периода.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3865827371"/>
                  </a:ext>
                </a:extLst>
              </a:tr>
              <a:tr h="530653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Метод и сравнение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Transformer против базового классификатора при общей train/test схеме.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390849410"/>
                  </a:ext>
                </a:extLst>
              </a:tr>
              <a:tr h="530653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Метрика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F1-score; </a:t>
                      </a: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дополнительно полезно проверить 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precision/recall </a:t>
                      </a: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и 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false positive rate.</a:t>
                      </a:r>
                      <a:endParaRPr lang="en-US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256029036"/>
                  </a:ext>
                </a:extLst>
              </a:tr>
              <a:tr h="530653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Результат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Transformer показывает более высокий F1 на тестовой части того же корпуса.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3554434149"/>
                  </a:ext>
                </a:extLst>
              </a:tr>
              <a:tr h="742913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Ограничение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Не показана переносимость на сообщения другого периода и отдельно на LLM-сгенерированный фишинг.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2878265775"/>
                  </a:ext>
                </a:extLst>
              </a:tr>
              <a:tr h="955174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Что это даёт моей теме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Статья поддерживает идею семантического детектирования, но не закрывает вопрос устойчивости к новым, синтетически сгенерированным сообщениям.</a:t>
                      </a:r>
                      <a:endParaRPr lang="ru-RU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4272313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8845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181155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04. Фиксация источника</a:t>
            </a:r>
          </a:p>
        </p:txBody>
      </p:sp>
    </p:spTree>
    <p:extLst>
      <p:ext uri="{BB962C8B-B14F-4D97-AF65-F5344CB8AC3E}">
        <p14:creationId xmlns:p14="http://schemas.microsoft.com/office/powerpoint/2010/main" val="2486550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22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Шаблон карточки источника</a:t>
            </a:r>
            <a:endParaRPr dirty="0"/>
          </a:p>
        </p:txBody>
      </p:sp>
      <p:sp>
        <p:nvSpPr>
          <p:cNvPr id="1216" name="Google Shape;1216;p22"/>
          <p:cNvSpPr txBox="1">
            <a:spLocks noGrp="1"/>
          </p:cNvSpPr>
          <p:nvPr>
            <p:ph type="body" idx="2"/>
          </p:nvPr>
        </p:nvSpPr>
        <p:spPr>
          <a:xfrm>
            <a:off x="654422" y="1501180"/>
            <a:ext cx="8833810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Полная ссылка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Тип источника и статус: статья, конференция, препринт, стандарт, отчёт и т. д.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Зачем я открыл этот источник: какой вопрос по моей теме он должен помочь решить?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Проблема / исследовательский вопрос авторов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Метод / подход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Данные / материал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Метрики / критерии проверки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Ключевой результат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Ограничения / угрозы валидности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Что я могу использовать в своей работе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Что этот источник меняет в моей теме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Связанные источники, которые нужно открыть дальше</a:t>
            </a:r>
          </a:p>
        </p:txBody>
      </p:sp>
    </p:spTree>
    <p:extLst>
      <p:ext uri="{BB962C8B-B14F-4D97-AF65-F5344CB8AC3E}">
        <p14:creationId xmlns:p14="http://schemas.microsoft.com/office/powerpoint/2010/main" val="2146248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22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Как организовать библиотеку</a:t>
            </a:r>
            <a:endParaRPr dirty="0"/>
          </a:p>
        </p:txBody>
      </p:sp>
      <p:sp>
        <p:nvSpPr>
          <p:cNvPr id="1216" name="Google Shape;1216;p22"/>
          <p:cNvSpPr txBox="1">
            <a:spLocks noGrp="1"/>
          </p:cNvSpPr>
          <p:nvPr>
            <p:ph type="body" idx="2"/>
          </p:nvPr>
        </p:nvSpPr>
        <p:spPr>
          <a:xfrm>
            <a:off x="654422" y="1501180"/>
            <a:ext cx="8833810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В </a:t>
            </a:r>
            <a:r>
              <a:rPr lang="ru-RU" sz="1800" b="1" i="0" u="none" strike="noStrike" dirty="0" err="1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Zotero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 или другом менеджере можно использовать простую структуру коллекций: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Montserrat" panose="00000500000000000000" pitchFamily="2" charset="-52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endParaRPr lang="ru-RU" sz="1800" b="0" i="0" u="none" strike="noStrike" dirty="0">
              <a:solidFill>
                <a:srgbClr val="000000"/>
              </a:solidFill>
              <a:effectLst/>
              <a:latin typeface="Montserrat" panose="00000500000000000000" pitchFamily="2" charset="-52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00_Inbox </a:t>
            </a:r>
            <a:r>
              <a:rPr lang="en-US" sz="1800" dirty="0">
                <a:solidFill>
                  <a:srgbClr val="000000"/>
                </a:solidFill>
                <a:latin typeface="Montserrat" panose="00000500000000000000" pitchFamily="2" charset="-52"/>
              </a:rPr>
              <a:t>-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 всё найденное, ещё не просмотрено;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01_Core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-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 ключевые исследования;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02_Methods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-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 методы, алгоритмы, метрики;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03_Context_Standards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-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 стандарты, нормативные и индустриальные материалы;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04_Alternatives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-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 альтернативные подходы и конкурирующие решения;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05_Limitations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-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 статьи с важными ограничениями, отрицательными или противоречивыми результатами;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06_Used_in_text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-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 источники, реально использованные в черновике ВКР.</a:t>
            </a:r>
          </a:p>
        </p:txBody>
      </p:sp>
      <p:pic>
        <p:nvPicPr>
          <p:cNvPr id="7170" name="Picture 2" descr="Zotero: оптимизация хранения и использования научной литературы / Хабр">
            <a:extLst>
              <a:ext uri="{FF2B5EF4-FFF2-40B4-BE49-F238E27FC236}">
                <a16:creationId xmlns:a16="http://schemas.microsoft.com/office/drawing/2014/main" id="{B230F6B2-F6AF-41E0-906A-9EA40C83F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5511" y="1155957"/>
            <a:ext cx="3436701" cy="1619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0097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181155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05. Сравнение источников и поиска исследовательского зазора</a:t>
            </a:r>
          </a:p>
        </p:txBody>
      </p:sp>
    </p:spTree>
    <p:extLst>
      <p:ext uri="{BB962C8B-B14F-4D97-AF65-F5344CB8AC3E}">
        <p14:creationId xmlns:p14="http://schemas.microsoft.com/office/powerpoint/2010/main" val="3708325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3">
            <a:extLst>
              <a:ext uri="{FF2B5EF4-FFF2-40B4-BE49-F238E27FC236}">
                <a16:creationId xmlns:a16="http://schemas.microsoft.com/office/drawing/2014/main" id="{2DAF6724-73E1-43E0-8341-879F1D227E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92559"/>
              </p:ext>
            </p:extLst>
          </p:nvPr>
        </p:nvGraphicFramePr>
        <p:xfrm>
          <a:off x="1210674" y="1451529"/>
          <a:ext cx="9770652" cy="443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719">
                  <a:extLst>
                    <a:ext uri="{9D8B030D-6E8A-4147-A177-3AD203B41FA5}">
                      <a16:colId xmlns:a16="http://schemas.microsoft.com/office/drawing/2014/main" val="1496619929"/>
                    </a:ext>
                  </a:extLst>
                </a:gridCol>
                <a:gridCol w="1616719">
                  <a:extLst>
                    <a:ext uri="{9D8B030D-6E8A-4147-A177-3AD203B41FA5}">
                      <a16:colId xmlns:a16="http://schemas.microsoft.com/office/drawing/2014/main" val="3536558527"/>
                    </a:ext>
                  </a:extLst>
                </a:gridCol>
                <a:gridCol w="1616719">
                  <a:extLst>
                    <a:ext uri="{9D8B030D-6E8A-4147-A177-3AD203B41FA5}">
                      <a16:colId xmlns:a16="http://schemas.microsoft.com/office/drawing/2014/main" val="2831987368"/>
                    </a:ext>
                  </a:extLst>
                </a:gridCol>
                <a:gridCol w="1616719">
                  <a:extLst>
                    <a:ext uri="{9D8B030D-6E8A-4147-A177-3AD203B41FA5}">
                      <a16:colId xmlns:a16="http://schemas.microsoft.com/office/drawing/2014/main" val="2225659825"/>
                    </a:ext>
                  </a:extLst>
                </a:gridCol>
                <a:gridCol w="1616719">
                  <a:extLst>
                    <a:ext uri="{9D8B030D-6E8A-4147-A177-3AD203B41FA5}">
                      <a16:colId xmlns:a16="http://schemas.microsoft.com/office/drawing/2014/main" val="3510762503"/>
                    </a:ext>
                  </a:extLst>
                </a:gridCol>
                <a:gridCol w="1687057">
                  <a:extLst>
                    <a:ext uri="{9D8B030D-6E8A-4147-A177-3AD203B41FA5}">
                      <a16:colId xmlns:a16="http://schemas.microsoft.com/office/drawing/2014/main" val="1628921854"/>
                    </a:ext>
                  </a:extLst>
                </a:gridCol>
              </a:tblGrid>
              <a:tr h="768698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Источник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Подход</a:t>
                      </a:r>
                      <a:endParaRPr lang="ru-RU" sz="14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Данные / контекст</a:t>
                      </a:r>
                      <a:endParaRPr lang="ru-RU" sz="14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Метрики</a:t>
                      </a:r>
                      <a:endParaRPr lang="ru-RU" sz="14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Результат</a:t>
                      </a:r>
                      <a:endParaRPr lang="ru-RU" sz="14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Ограничение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267432175"/>
                  </a:ext>
                </a:extLst>
              </a:tr>
              <a:tr h="94957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Условная 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A</a:t>
                      </a:r>
                      <a:endParaRPr lang="en-US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Transformer-</a:t>
                      </a: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классификатор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Статичный корпус 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email</a:t>
                      </a:r>
                      <a:endParaRPr lang="en-US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F1, precision, recall</a:t>
                      </a:r>
                      <a:endParaRPr lang="en-US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Выше базовой модели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Один период, нет 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LLM-</a:t>
                      </a: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фишинга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2664584296"/>
                  </a:ext>
                </a:extLst>
              </a:tr>
              <a:tr h="149218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Условная 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B</a:t>
                      </a:r>
                      <a:endParaRPr lang="en-US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LLM </a:t>
                      </a: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как классификатор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Небольшая выборка новых писем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Accuracy, F1</a:t>
                      </a:r>
                      <a:endParaRPr lang="en-US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Хорошо без дообучения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Малая выборка, неясна стоимость/стабильность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3112824546"/>
                  </a:ext>
                </a:extLst>
              </a:tr>
              <a:tr h="1220874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Условная 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C</a:t>
                      </a:r>
                      <a:endParaRPr lang="en-US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Лингвистические признаки + 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ML</a:t>
                      </a:r>
                      <a:endParaRPr lang="en-US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Несколько корпусов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F1, FPR</a:t>
                      </a:r>
                      <a:endParaRPr lang="en-US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Стабильно на традиционном фишинге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Не проверены современные генеративные атаки</a:t>
                      </a:r>
                      <a:endParaRPr lang="ru-RU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2427321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2465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22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Аналитические практики для сравнения</a:t>
            </a:r>
          </a:p>
        </p:txBody>
      </p:sp>
      <p:sp>
        <p:nvSpPr>
          <p:cNvPr id="1216" name="Google Shape;1216;p22"/>
          <p:cNvSpPr txBox="1">
            <a:spLocks noGrp="1"/>
          </p:cNvSpPr>
          <p:nvPr>
            <p:ph type="body" idx="2"/>
          </p:nvPr>
        </p:nvSpPr>
        <p:spPr>
          <a:xfrm>
            <a:off x="559572" y="1793280"/>
            <a:ext cx="883381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60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Цепочка цитирований</a:t>
            </a:r>
            <a:endParaRPr lang="en-US" sz="1600" i="0" u="none" strike="noStrike" dirty="0">
              <a:solidFill>
                <a:srgbClr val="000000"/>
              </a:solidFill>
              <a:effectLst/>
              <a:latin typeface="Montserrat" panose="00000500000000000000" pitchFamily="2" charset="-52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60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Поиск противоречий</a:t>
            </a:r>
            <a:endParaRPr lang="en-US" sz="1600" i="0" u="none" strike="noStrike" dirty="0">
              <a:solidFill>
                <a:srgbClr val="000000"/>
              </a:solidFill>
              <a:effectLst/>
              <a:latin typeface="Montserrat" panose="00000500000000000000" pitchFamily="2" charset="-52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 sz="160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Claim — Evidence — Limit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60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Карта согласия / расхождения / неизвестного</a:t>
            </a:r>
            <a:endParaRPr lang="en-US" sz="1600" i="0" u="none" strike="noStrike" dirty="0">
              <a:solidFill>
                <a:srgbClr val="000000"/>
              </a:solidFill>
              <a:effectLst/>
              <a:latin typeface="Montserrat" panose="00000500000000000000" pitchFamily="2" charset="-52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60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Матрица </a:t>
            </a:r>
            <a:r>
              <a:rPr lang="ru-RU" sz="1600" dirty="0">
                <a:solidFill>
                  <a:srgbClr val="000000"/>
                </a:solidFill>
                <a:latin typeface="Montserrat" panose="00000500000000000000" pitchFamily="2" charset="-52"/>
              </a:rPr>
              <a:t>«</a:t>
            </a:r>
            <a:r>
              <a:rPr lang="ru-RU" sz="160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подход × условие»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endParaRPr lang="ru-RU" sz="1600" i="0" u="none" strike="noStrike" dirty="0">
              <a:solidFill>
                <a:srgbClr val="000000"/>
              </a:solidFill>
              <a:effectLst/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4954395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22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Поиск исследовательского зазора</a:t>
            </a:r>
          </a:p>
        </p:txBody>
      </p:sp>
      <p:sp>
        <p:nvSpPr>
          <p:cNvPr id="1216" name="Google Shape;1216;p22"/>
          <p:cNvSpPr txBox="1">
            <a:spLocks noGrp="1"/>
          </p:cNvSpPr>
          <p:nvPr>
            <p:ph type="body" idx="2"/>
          </p:nvPr>
        </p:nvSpPr>
        <p:spPr>
          <a:xfrm>
            <a:off x="559572" y="1793280"/>
            <a:ext cx="8833810" cy="329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600" b="1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условие: </a:t>
            </a:r>
            <a:r>
              <a:rPr lang="ru-RU" sz="160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подход не проверен в определённом контексте, на другом типе данных или инфраструктуры;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endParaRPr lang="ru-RU" sz="1600" i="0" u="none" strike="noStrike" dirty="0">
              <a:solidFill>
                <a:srgbClr val="000000"/>
              </a:solidFill>
              <a:effectLst/>
              <a:latin typeface="Montserrat" panose="00000500000000000000" pitchFamily="2" charset="-52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600" b="1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сравнение:</a:t>
            </a:r>
            <a:r>
              <a:rPr lang="ru-RU" sz="160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 существующие подходы исследовались отдельно, но не сопоставлялись по одинаковым критериям;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endParaRPr lang="ru-RU" sz="1600" i="0" u="none" strike="noStrike" dirty="0">
              <a:solidFill>
                <a:srgbClr val="000000"/>
              </a:solidFill>
              <a:effectLst/>
              <a:latin typeface="Montserrat" panose="00000500000000000000" pitchFamily="2" charset="-52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600" b="1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противоречие:</a:t>
            </a:r>
            <a:r>
              <a:rPr lang="ru-RU" sz="160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 разные работы получают несовпадающие результаты;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endParaRPr lang="ru-RU" sz="1600" i="0" u="none" strike="noStrike" dirty="0">
              <a:solidFill>
                <a:srgbClr val="000000"/>
              </a:solidFill>
              <a:effectLst/>
              <a:latin typeface="Montserrat" panose="00000500000000000000" pitchFamily="2" charset="-52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600" b="1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ограничение: </a:t>
            </a:r>
            <a:r>
              <a:rPr lang="ru-RU" sz="160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известная методика имеет существенный недостаток, который важен для вашей задачи;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endParaRPr lang="ru-RU" sz="1600" i="0" u="none" strike="noStrike" dirty="0">
              <a:solidFill>
                <a:srgbClr val="000000"/>
              </a:solidFill>
              <a:effectLst/>
              <a:latin typeface="Montserrat" panose="00000500000000000000" pitchFamily="2" charset="-52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-RU" sz="1600" b="1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изменение среды: </a:t>
            </a:r>
            <a:r>
              <a:rPr lang="ru-RU" sz="160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появились новые технологии, атаки, данные или требования, а выводы старых исследований могли потерять переносимость.</a:t>
            </a:r>
          </a:p>
        </p:txBody>
      </p:sp>
    </p:spTree>
    <p:extLst>
      <p:ext uri="{BB962C8B-B14F-4D97-AF65-F5344CB8AC3E}">
        <p14:creationId xmlns:p14="http://schemas.microsoft.com/office/powerpoint/2010/main" val="3883372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339329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06. Пример работы с источниками</a:t>
            </a:r>
          </a:p>
        </p:txBody>
      </p:sp>
    </p:spTree>
    <p:extLst>
      <p:ext uri="{BB962C8B-B14F-4D97-AF65-F5344CB8AC3E}">
        <p14:creationId xmlns:p14="http://schemas.microsoft.com/office/powerpoint/2010/main" val="39552093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22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Практический совет</a:t>
            </a:r>
            <a:endParaRPr dirty="0"/>
          </a:p>
        </p:txBody>
      </p:sp>
      <p:sp>
        <p:nvSpPr>
          <p:cNvPr id="1216" name="Google Shape;1216;p22"/>
          <p:cNvSpPr txBox="1">
            <a:spLocks noGrp="1"/>
          </p:cNvSpPr>
          <p:nvPr>
            <p:ph type="body" idx="2"/>
          </p:nvPr>
        </p:nvSpPr>
        <p:spPr>
          <a:xfrm>
            <a:off x="654422" y="1501180"/>
            <a:ext cx="883381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Смотрите не один тип источников, а несколько уровней: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lang="ru-RU" sz="1800" b="0" i="0" u="none" strike="noStrike" dirty="0">
              <a:solidFill>
                <a:srgbClr val="000000"/>
              </a:solidFill>
              <a:effectLst/>
              <a:latin typeface="Montserrat" panose="00000500000000000000" pitchFamily="2" charset="-52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Нормативные документы и стандарты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Лучшие мировые практики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Научные статьи, патенты, диссертации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Отчеты компаний и аналитических агентств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Практические материалы: статьи, репозитории, доклады конференций</a:t>
            </a:r>
          </a:p>
        </p:txBody>
      </p:sp>
    </p:spTree>
    <p:extLst>
      <p:ext uri="{BB962C8B-B14F-4D97-AF65-F5344CB8AC3E}">
        <p14:creationId xmlns:p14="http://schemas.microsoft.com/office/powerpoint/2010/main" val="6606279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22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Матрица сопоставления</a:t>
            </a:r>
          </a:p>
        </p:txBody>
      </p:sp>
      <p:sp>
        <p:nvSpPr>
          <p:cNvPr id="1216" name="Google Shape;1216;p22"/>
          <p:cNvSpPr txBox="1">
            <a:spLocks noGrp="1"/>
          </p:cNvSpPr>
          <p:nvPr>
            <p:ph type="body" idx="2"/>
          </p:nvPr>
        </p:nvSpPr>
        <p:spPr>
          <a:xfrm>
            <a:off x="628844" y="1337589"/>
            <a:ext cx="883381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-52"/>
              </a:rPr>
              <a:t>Один источник редко показывает проблему полностью. </a:t>
            </a:r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BFE40E32-9A82-47AA-9F93-BE1FB626C7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763885"/>
              </p:ext>
            </p:extLst>
          </p:nvPr>
        </p:nvGraphicFramePr>
        <p:xfrm>
          <a:off x="1718674" y="2316480"/>
          <a:ext cx="81280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09028663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7102483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5610946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48955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Вопрос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Научные статьи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Стандарты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Отчеты вендоров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360154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Что проверять?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Теоретические модели и методы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Требования и практики</a:t>
                      </a:r>
                      <a:endParaRPr lang="ru-RU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Типовые сценарии</a:t>
                      </a:r>
                      <a:endParaRPr lang="ru-RU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185505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Как проверять?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Алгоритмы и эксперименты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Методические положения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Возможности продуктов</a:t>
                      </a:r>
                      <a:endParaRPr lang="ru-RU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080732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Какие трудности?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Ограничения моделей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Ограничения применения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Практические боли клиентов</a:t>
                      </a:r>
                      <a:endParaRPr lang="ru-RU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679127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Как оценивать?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Метрики исследования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Критерии соответствия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Коммерческие показатели</a:t>
                      </a:r>
                      <a:endParaRPr lang="ru-RU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17064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Основной риск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Отрыв от практики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Избыточная общность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Маркетинговая предвзятость</a:t>
                      </a:r>
                      <a:endParaRPr lang="ru-RU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332584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48121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22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</a:pPr>
            <a:r>
              <a:rPr lang="ru-RU" dirty="0"/>
              <a:t>Таблица проблем</a:t>
            </a: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C95066AB-6CB4-4557-9634-1E03FA78C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051120"/>
              </p:ext>
            </p:extLst>
          </p:nvPr>
        </p:nvGraphicFramePr>
        <p:xfrm>
          <a:off x="1221331" y="1150993"/>
          <a:ext cx="10010560" cy="5121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2112">
                  <a:extLst>
                    <a:ext uri="{9D8B030D-6E8A-4147-A177-3AD203B41FA5}">
                      <a16:colId xmlns:a16="http://schemas.microsoft.com/office/drawing/2014/main" val="3294006933"/>
                    </a:ext>
                  </a:extLst>
                </a:gridCol>
                <a:gridCol w="2002112">
                  <a:extLst>
                    <a:ext uri="{9D8B030D-6E8A-4147-A177-3AD203B41FA5}">
                      <a16:colId xmlns:a16="http://schemas.microsoft.com/office/drawing/2014/main" val="773536188"/>
                    </a:ext>
                  </a:extLst>
                </a:gridCol>
                <a:gridCol w="2002112">
                  <a:extLst>
                    <a:ext uri="{9D8B030D-6E8A-4147-A177-3AD203B41FA5}">
                      <a16:colId xmlns:a16="http://schemas.microsoft.com/office/drawing/2014/main" val="2561217018"/>
                    </a:ext>
                  </a:extLst>
                </a:gridCol>
                <a:gridCol w="2002112">
                  <a:extLst>
                    <a:ext uri="{9D8B030D-6E8A-4147-A177-3AD203B41FA5}">
                      <a16:colId xmlns:a16="http://schemas.microsoft.com/office/drawing/2014/main" val="1083390663"/>
                    </a:ext>
                  </a:extLst>
                </a:gridCol>
                <a:gridCol w="2002112">
                  <a:extLst>
                    <a:ext uri="{9D8B030D-6E8A-4147-A177-3AD203B41FA5}">
                      <a16:colId xmlns:a16="http://schemas.microsoft.com/office/drawing/2014/main" val="3871737733"/>
                    </a:ext>
                  </a:extLst>
                </a:gridCol>
              </a:tblGrid>
              <a:tr h="412238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Проблема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Статьи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Стандарты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Вендоры</a:t>
                      </a:r>
                      <a:endParaRPr lang="ru-RU" sz="14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</a:rPr>
                        <a:t>Вывод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151423349"/>
                  </a:ext>
                </a:extLst>
              </a:tr>
              <a:tr h="95436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Периодический аудит не отражает быстрое изменение среды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Да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Косвенно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Да</a:t>
                      </a:r>
                      <a:endParaRPr lang="ru-RU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Практически значима</a:t>
                      </a:r>
                      <a:endParaRPr lang="ru-RU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843522511"/>
                  </a:ext>
                </a:extLst>
              </a:tr>
              <a:tr h="751064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Данные распределены по системам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Да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Да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Да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Хороший объект автоматизации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944598658"/>
                  </a:ext>
                </a:extLst>
              </a:tr>
              <a:tr h="751064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Нет единой модели свидетельств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Частично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Частично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Косвенно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Возможная научная ниша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464678178"/>
                  </a:ext>
                </a:extLst>
              </a:tr>
              <a:tr h="751064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Не учитывается критичность актива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Да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Да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Да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Основа риск-ориентированного подхода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952003654"/>
                  </a:ext>
                </a:extLst>
              </a:tr>
              <a:tr h="751064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Автоматизация плохо объясняет результат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Да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Косвенно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Да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Перспективное направление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669158411"/>
                  </a:ext>
                </a:extLst>
              </a:tr>
              <a:tr h="751064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Не хватает экспериментальной проверки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Да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Не применимо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Обычно нет</a:t>
                      </a:r>
                      <a:endParaRPr lang="ru-RU" sz="120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</a:rPr>
                        <a:t>Возможность для ВКР</a:t>
                      </a:r>
                      <a:endParaRPr lang="ru-RU" sz="1200" dirty="0"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7073920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1049043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МИФИ">
  <a:themeElements>
    <a:clrScheme name="Другая 4">
      <a:dk1>
        <a:srgbClr val="171616"/>
      </a:dk1>
      <a:lt1>
        <a:srgbClr val="FFFFFF"/>
      </a:lt1>
      <a:dk2>
        <a:srgbClr val="0055BB"/>
      </a:dk2>
      <a:lt2>
        <a:srgbClr val="00B1EB"/>
      </a:lt2>
      <a:accent1>
        <a:srgbClr val="0055BB"/>
      </a:accent1>
      <a:accent2>
        <a:srgbClr val="00B1EB"/>
      </a:accent2>
      <a:accent3>
        <a:srgbClr val="FF7300"/>
      </a:accent3>
      <a:accent4>
        <a:srgbClr val="656A79"/>
      </a:accent4>
      <a:accent5>
        <a:srgbClr val="86888C"/>
      </a:accent5>
      <a:accent6>
        <a:srgbClr val="DDDEDE"/>
      </a:accent6>
      <a:hlink>
        <a:srgbClr val="00BBEE"/>
      </a:hlink>
      <a:folHlink>
        <a:srgbClr val="00BBE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1666</Words>
  <Application>Microsoft Office PowerPoint</Application>
  <PresentationFormat>Широкоэкранный</PresentationFormat>
  <Paragraphs>354</Paragraphs>
  <Slides>27</Slides>
  <Notes>27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1" baseType="lpstr">
      <vt:lpstr>Arial</vt:lpstr>
      <vt:lpstr>Montserrat</vt:lpstr>
      <vt:lpstr>Calibri</vt:lpstr>
      <vt:lpstr>Шаблон МИФИ</vt:lpstr>
      <vt:lpstr>Презентация PowerPoint</vt:lpstr>
      <vt:lpstr>Презентация PowerPoint</vt:lpstr>
      <vt:lpstr>01. Логика работы с источниками</vt:lpstr>
      <vt:lpstr>Логика работы с источниками</vt:lpstr>
      <vt:lpstr>02. Поисковая карта темы</vt:lpstr>
      <vt:lpstr>Презентация PowerPoint</vt:lpstr>
      <vt:lpstr>Навигация по источникам</vt:lpstr>
      <vt:lpstr>Навигация по источникам</vt:lpstr>
      <vt:lpstr>Навигация по источникам</vt:lpstr>
      <vt:lpstr>Алгоритм поиска по слоям</vt:lpstr>
      <vt:lpstr>Отбор источников</vt:lpstr>
      <vt:lpstr>03. Аналитическое чтение источников </vt:lpstr>
      <vt:lpstr>Шаг 1. Карта статьи</vt:lpstr>
      <vt:lpstr>Шаг 2. Разбор конструкции исследования</vt:lpstr>
      <vt:lpstr>Шаг 3. Критическая проверка</vt:lpstr>
      <vt:lpstr>Пример аналитического чтения</vt:lpstr>
      <vt:lpstr>04. Фиксация источника</vt:lpstr>
      <vt:lpstr>Шаблон карточки источника</vt:lpstr>
      <vt:lpstr>Как организовать библиотеку</vt:lpstr>
      <vt:lpstr>05. Сравнение источников и поиска исследовательского зазора</vt:lpstr>
      <vt:lpstr>Презентация PowerPoint</vt:lpstr>
      <vt:lpstr>Аналитические практики для сравнения</vt:lpstr>
      <vt:lpstr>Поиск исследовательского зазора</vt:lpstr>
      <vt:lpstr>06. Пример работы с источниками</vt:lpstr>
      <vt:lpstr>Практический совет</vt:lpstr>
      <vt:lpstr>Матрица сопоставления</vt:lpstr>
      <vt:lpstr>Таблица проблем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 Замахаев</dc:creator>
  <cp:lastModifiedBy>Константин Некрасов</cp:lastModifiedBy>
  <cp:revision>61</cp:revision>
  <dcterms:created xsi:type="dcterms:W3CDTF">2020-05-28T16:18:16Z</dcterms:created>
  <dcterms:modified xsi:type="dcterms:W3CDTF">2026-09-15T05:59:01Z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