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7" r:id="rId2"/>
    <p:sldId id="261" r:id="rId3"/>
    <p:sldId id="266" r:id="rId4"/>
    <p:sldId id="335" r:id="rId5"/>
    <p:sldId id="340" r:id="rId6"/>
    <p:sldId id="341" r:id="rId7"/>
    <p:sldId id="299" r:id="rId8"/>
    <p:sldId id="336" r:id="rId9"/>
    <p:sldId id="334" r:id="rId10"/>
    <p:sldId id="303" r:id="rId11"/>
    <p:sldId id="343" r:id="rId12"/>
    <p:sldId id="348" r:id="rId13"/>
    <p:sldId id="349" r:id="rId14"/>
    <p:sldId id="309" r:id="rId15"/>
    <p:sldId id="342" r:id="rId16"/>
    <p:sldId id="345" r:id="rId17"/>
    <p:sldId id="347" r:id="rId18"/>
  </p:sldIdLst>
  <p:sldSz cx="12192000" cy="6858000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Montserrat" panose="00000500000000000000" pitchFamily="2" charset="-52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7" roundtripDataSignature="AMtx7mi45qVdxuRGOLxwbrc9dap12cW+A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онстантин Некрасов" initials="КН" lastIdx="1" clrIdx="0">
    <p:extLst>
      <p:ext uri="{19B8F6BF-5375-455C-9EA6-DF929625EA0E}">
        <p15:presenceInfo xmlns:p15="http://schemas.microsoft.com/office/powerpoint/2012/main" userId="93128182c2385ea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612" y="12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59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8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57" Type="http://customschemas.google.com/relationships/presentationmetadata" Target="metadata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1" name="Google Shape;101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-RU" sz="1200">
                <a:latin typeface="Arial"/>
                <a:ea typeface="Arial"/>
                <a:cs typeface="Arial"/>
                <a:sym typeface="Arial"/>
              </a:rPr>
              <a:t>Титульный слайд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-RU" sz="1200">
                <a:latin typeface="Arial"/>
                <a:ea typeface="Arial"/>
                <a:cs typeface="Arial"/>
                <a:sym typeface="Arial"/>
              </a:rPr>
              <a:t>Титульный слайд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2" name="Google Shape;101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8" name="Google Shape;10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9727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4300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51380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4027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07468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09469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35538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1725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75465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81212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0370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15064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51116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6891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 2">
  <p:cSld name="Титульный слайд 2">
    <p:bg>
      <p:bgPr>
        <a:gradFill>
          <a:gsLst>
            <a:gs pos="0">
              <a:srgbClr val="91E2FE"/>
            </a:gs>
            <a:gs pos="14000">
              <a:schemeClr val="accent2"/>
            </a:gs>
            <a:gs pos="66000">
              <a:schemeClr val="accent1"/>
            </a:gs>
            <a:gs pos="100000">
              <a:schemeClr val="accent1"/>
            </a:gs>
          </a:gsLst>
          <a:lin ang="13500000" scaled="0"/>
        </a:gra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6"/>
          <p:cNvSpPr txBox="1">
            <a:spLocks noGrp="1"/>
          </p:cNvSpPr>
          <p:nvPr>
            <p:ph type="body" idx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3" name="Google Shape;53;p46"/>
          <p:cNvSpPr txBox="1">
            <a:spLocks noGrp="1"/>
          </p:cNvSpPr>
          <p:nvPr>
            <p:ph type="body" idx="2"/>
          </p:nvPr>
        </p:nvSpPr>
        <p:spPr>
          <a:xfrm>
            <a:off x="560194" y="3890246"/>
            <a:ext cx="475257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4" name="Google Shape;54;p46"/>
          <p:cNvSpPr txBox="1">
            <a:spLocks noGrp="1"/>
          </p:cNvSpPr>
          <p:nvPr>
            <p:ph type="body" idx="3"/>
          </p:nvPr>
        </p:nvSpPr>
        <p:spPr>
          <a:xfrm>
            <a:off x="560194" y="3105834"/>
            <a:ext cx="823467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55" name="Google Shape;55;p46"/>
          <p:cNvGrpSpPr/>
          <p:nvPr/>
        </p:nvGrpSpPr>
        <p:grpSpPr>
          <a:xfrm>
            <a:off x="562856" y="710612"/>
            <a:ext cx="2522375" cy="1205115"/>
            <a:chOff x="562856" y="710612"/>
            <a:chExt cx="2522375" cy="1205115"/>
          </a:xfrm>
        </p:grpSpPr>
        <p:grpSp>
          <p:nvGrpSpPr>
            <p:cNvPr id="56" name="Google Shape;56;p46"/>
            <p:cNvGrpSpPr/>
            <p:nvPr/>
          </p:nvGrpSpPr>
          <p:grpSpPr>
            <a:xfrm>
              <a:off x="562856" y="710612"/>
              <a:ext cx="948024" cy="997597"/>
              <a:chOff x="562856" y="710612"/>
              <a:chExt cx="948024" cy="997597"/>
            </a:xfrm>
          </p:grpSpPr>
          <p:grpSp>
            <p:nvGrpSpPr>
              <p:cNvPr id="57" name="Google Shape;57;p46"/>
              <p:cNvGrpSpPr/>
              <p:nvPr/>
            </p:nvGrpSpPr>
            <p:grpSpPr>
              <a:xfrm>
                <a:off x="562856" y="985371"/>
                <a:ext cx="948024" cy="722838"/>
                <a:chOff x="562856" y="985371"/>
                <a:chExt cx="948024" cy="722838"/>
              </a:xfrm>
            </p:grpSpPr>
            <p:grpSp>
              <p:nvGrpSpPr>
                <p:cNvPr id="58" name="Google Shape;58;p46"/>
                <p:cNvGrpSpPr/>
                <p:nvPr/>
              </p:nvGrpSpPr>
              <p:grpSpPr>
                <a:xfrm>
                  <a:off x="562856" y="985371"/>
                  <a:ext cx="948024" cy="722838"/>
                  <a:chOff x="562856" y="985371"/>
                  <a:chExt cx="948024" cy="722838"/>
                </a:xfrm>
              </p:grpSpPr>
              <p:grpSp>
                <p:nvGrpSpPr>
                  <p:cNvPr id="59" name="Google Shape;59;p46"/>
                  <p:cNvGrpSpPr/>
                  <p:nvPr/>
                </p:nvGrpSpPr>
                <p:grpSpPr>
                  <a:xfrm>
                    <a:off x="714672" y="985371"/>
                    <a:ext cx="643294" cy="722838"/>
                    <a:chOff x="714672" y="985371"/>
                    <a:chExt cx="643294" cy="722838"/>
                  </a:xfrm>
                </p:grpSpPr>
                <p:sp>
                  <p:nvSpPr>
                    <p:cNvPr id="60" name="Google Shape;60;p46"/>
                    <p:cNvSpPr/>
                    <p:nvPr/>
                  </p:nvSpPr>
                  <p:spPr>
                    <a:xfrm>
                      <a:off x="1166997" y="1035802"/>
                      <a:ext cx="158790" cy="30664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8790" h="306640" extrusionOk="0">
                          <a:moveTo>
                            <a:pt x="50419" y="269542"/>
                          </a:moveTo>
                          <a:cubicBezTo>
                            <a:pt x="98520" y="178536"/>
                            <a:pt x="136189" y="82892"/>
                            <a:pt x="158790" y="2898"/>
                          </a:cubicBezTo>
                          <a:cubicBezTo>
                            <a:pt x="150097" y="1739"/>
                            <a:pt x="141405" y="1159"/>
                            <a:pt x="132132" y="0"/>
                          </a:cubicBezTo>
                          <a:cubicBezTo>
                            <a:pt x="110110" y="75356"/>
                            <a:pt x="74759" y="166942"/>
                            <a:pt x="27238" y="257370"/>
                          </a:cubicBezTo>
                          <a:cubicBezTo>
                            <a:pt x="18545" y="274180"/>
                            <a:pt x="9272" y="290410"/>
                            <a:pt x="0" y="306641"/>
                          </a:cubicBezTo>
                          <a:cubicBezTo>
                            <a:pt x="12749" y="302583"/>
                            <a:pt x="25499" y="297946"/>
                            <a:pt x="38249" y="293309"/>
                          </a:cubicBezTo>
                          <a:cubicBezTo>
                            <a:pt x="41726" y="285193"/>
                            <a:pt x="45783" y="277078"/>
                            <a:pt x="50419" y="269542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61" name="Google Shape;61;p46"/>
                    <p:cNvSpPr/>
                    <p:nvPr/>
                  </p:nvSpPr>
                  <p:spPr>
                    <a:xfrm>
                      <a:off x="742204" y="1094927"/>
                      <a:ext cx="154733" cy="307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4733" h="307800" extrusionOk="0">
                          <a:moveTo>
                            <a:pt x="137348" y="31881"/>
                          </a:moveTo>
                          <a:cubicBezTo>
                            <a:pt x="143143" y="20868"/>
                            <a:pt x="148938" y="10434"/>
                            <a:pt x="154734" y="0"/>
                          </a:cubicBezTo>
                          <a:cubicBezTo>
                            <a:pt x="141984" y="4058"/>
                            <a:pt x="129814" y="8115"/>
                            <a:pt x="117644" y="12173"/>
                          </a:cubicBezTo>
                          <a:cubicBezTo>
                            <a:pt x="116485" y="14492"/>
                            <a:pt x="114746" y="16810"/>
                            <a:pt x="113587" y="19708"/>
                          </a:cubicBezTo>
                          <a:cubicBezTo>
                            <a:pt x="60271" y="120569"/>
                            <a:pt x="22022" y="219112"/>
                            <a:pt x="0" y="306061"/>
                          </a:cubicBezTo>
                          <a:cubicBezTo>
                            <a:pt x="8693" y="306641"/>
                            <a:pt x="17386" y="307221"/>
                            <a:pt x="26658" y="307800"/>
                          </a:cubicBezTo>
                          <a:cubicBezTo>
                            <a:pt x="48101" y="226648"/>
                            <a:pt x="84031" y="132163"/>
                            <a:pt x="137348" y="31881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grpSp>
                  <p:nvGrpSpPr>
                    <p:cNvPr id="62" name="Google Shape;62;p46"/>
                    <p:cNvGrpSpPr/>
                    <p:nvPr/>
                  </p:nvGrpSpPr>
                  <p:grpSpPr>
                    <a:xfrm>
                      <a:off x="714672" y="985371"/>
                      <a:ext cx="643294" cy="448657"/>
                      <a:chOff x="714672" y="985371"/>
                      <a:chExt cx="643294" cy="448657"/>
                    </a:xfrm>
                  </p:grpSpPr>
                  <p:sp>
                    <p:nvSpPr>
                      <p:cNvPr id="63" name="Google Shape;63;p46"/>
                      <p:cNvSpPr/>
                      <p:nvPr/>
                    </p:nvSpPr>
                    <p:spPr>
                      <a:xfrm>
                        <a:off x="816384" y="1253174"/>
                        <a:ext cx="323955" cy="17505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3955" h="175057" extrusionOk="0">
                            <a:moveTo>
                              <a:pt x="11591" y="0"/>
                            </a:moveTo>
                            <a:cubicBezTo>
                              <a:pt x="7534" y="9275"/>
                              <a:pt x="3477" y="18549"/>
                              <a:pt x="0" y="27824"/>
                            </a:cubicBezTo>
                            <a:cubicBezTo>
                              <a:pt x="38249" y="62024"/>
                              <a:pt x="85770" y="93905"/>
                              <a:pt x="140245" y="120570"/>
                            </a:cubicBezTo>
                            <a:cubicBezTo>
                              <a:pt x="196460" y="147814"/>
                              <a:pt x="253833" y="166363"/>
                              <a:pt x="307729" y="175058"/>
                            </a:cubicBezTo>
                            <a:cubicBezTo>
                              <a:pt x="313524" y="166943"/>
                              <a:pt x="318740" y="158248"/>
                              <a:pt x="323956" y="149553"/>
                            </a:cubicBezTo>
                            <a:cubicBezTo>
                              <a:pt x="269480" y="142597"/>
                              <a:pt x="209789" y="124048"/>
                              <a:pt x="151836" y="95644"/>
                            </a:cubicBezTo>
                            <a:cubicBezTo>
                              <a:pt x="97360" y="68980"/>
                              <a:pt x="49260" y="35359"/>
                              <a:pt x="11591" y="0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  <p:sp>
                    <p:nvSpPr>
                      <p:cNvPr id="64" name="Google Shape;64;p46"/>
                      <p:cNvSpPr/>
                      <p:nvPr/>
                    </p:nvSpPr>
                    <p:spPr>
                      <a:xfrm>
                        <a:off x="714672" y="985371"/>
                        <a:ext cx="643294" cy="44865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643294" h="448657" extrusionOk="0">
                            <a:moveTo>
                              <a:pt x="596628" y="211576"/>
                            </a:moveTo>
                            <a:cubicBezTo>
                              <a:pt x="553163" y="153610"/>
                              <a:pt x="483620" y="99702"/>
                              <a:pt x="401907" y="60285"/>
                            </a:cubicBezTo>
                            <a:cubicBezTo>
                              <a:pt x="322512" y="21447"/>
                              <a:pt x="239639" y="0"/>
                              <a:pt x="168357" y="0"/>
                            </a:cubicBezTo>
                            <a:cubicBezTo>
                              <a:pt x="89542" y="0"/>
                              <a:pt x="33907" y="25505"/>
                              <a:pt x="10726" y="72458"/>
                            </a:cubicBezTo>
                            <a:cubicBezTo>
                              <a:pt x="-17671" y="130424"/>
                              <a:pt x="11885" y="206359"/>
                              <a:pt x="80849" y="275919"/>
                            </a:cubicBezTo>
                            <a:cubicBezTo>
                              <a:pt x="84905" y="266644"/>
                              <a:pt x="88383" y="256790"/>
                              <a:pt x="92439" y="247515"/>
                            </a:cubicBezTo>
                            <a:cubicBezTo>
                              <a:pt x="38543" y="189549"/>
                              <a:pt x="14203" y="128105"/>
                              <a:pt x="35066" y="84631"/>
                            </a:cubicBezTo>
                            <a:cubicBezTo>
                              <a:pt x="52452" y="48692"/>
                              <a:pt x="101132" y="27824"/>
                              <a:pt x="167778" y="27824"/>
                            </a:cubicBezTo>
                            <a:cubicBezTo>
                              <a:pt x="235003" y="27824"/>
                              <a:pt x="313819" y="48112"/>
                              <a:pt x="389157" y="85210"/>
                            </a:cubicBezTo>
                            <a:cubicBezTo>
                              <a:pt x="466814" y="123468"/>
                              <a:pt x="532300" y="173898"/>
                              <a:pt x="573447" y="228387"/>
                            </a:cubicBezTo>
                            <a:cubicBezTo>
                              <a:pt x="612275" y="279976"/>
                              <a:pt x="624445" y="328088"/>
                              <a:pt x="607059" y="364027"/>
                            </a:cubicBezTo>
                            <a:cubicBezTo>
                              <a:pt x="589673" y="399966"/>
                              <a:pt x="540993" y="420834"/>
                              <a:pt x="474348" y="420834"/>
                            </a:cubicBezTo>
                            <a:cubicBezTo>
                              <a:pt x="467973" y="420834"/>
                              <a:pt x="461018" y="420254"/>
                              <a:pt x="454644" y="420254"/>
                            </a:cubicBezTo>
                            <a:cubicBezTo>
                              <a:pt x="448848" y="428949"/>
                              <a:pt x="443633" y="438224"/>
                              <a:pt x="437837" y="446919"/>
                            </a:cubicBezTo>
                            <a:cubicBezTo>
                              <a:pt x="450008" y="448078"/>
                              <a:pt x="462177" y="448658"/>
                              <a:pt x="474348" y="448658"/>
                            </a:cubicBezTo>
                            <a:cubicBezTo>
                              <a:pt x="553163" y="448658"/>
                              <a:pt x="608798" y="423153"/>
                              <a:pt x="631979" y="376200"/>
                            </a:cubicBezTo>
                            <a:cubicBezTo>
                              <a:pt x="655160" y="330407"/>
                              <a:pt x="642410" y="272441"/>
                              <a:pt x="596628" y="211576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</p:grpSp>
                <p:sp>
                  <p:nvSpPr>
                    <p:cNvPr id="65" name="Google Shape;65;p46"/>
                    <p:cNvSpPr/>
                    <p:nvPr/>
                  </p:nvSpPr>
                  <p:spPr>
                    <a:xfrm>
                      <a:off x="719403" y="1364470"/>
                      <a:ext cx="463821" cy="34373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3821" h="343739" extrusionOk="0">
                          <a:moveTo>
                            <a:pt x="425573" y="12753"/>
                          </a:moveTo>
                          <a:cubicBezTo>
                            <a:pt x="315462" y="191288"/>
                            <a:pt x="183330" y="317654"/>
                            <a:pt x="99878" y="317654"/>
                          </a:cubicBezTo>
                          <a:cubicBezTo>
                            <a:pt x="88867" y="317654"/>
                            <a:pt x="79015" y="315336"/>
                            <a:pt x="70323" y="310699"/>
                          </a:cubicBezTo>
                          <a:cubicBezTo>
                            <a:pt x="25119" y="286932"/>
                            <a:pt x="12949" y="194766"/>
                            <a:pt x="42505" y="64922"/>
                          </a:cubicBezTo>
                          <a:cubicBezTo>
                            <a:pt x="33233" y="64342"/>
                            <a:pt x="24540" y="63763"/>
                            <a:pt x="15847" y="63183"/>
                          </a:cubicBezTo>
                          <a:cubicBezTo>
                            <a:pt x="-14288" y="199403"/>
                            <a:pt x="-2118" y="302583"/>
                            <a:pt x="58152" y="333885"/>
                          </a:cubicBezTo>
                          <a:cubicBezTo>
                            <a:pt x="70323" y="340261"/>
                            <a:pt x="84811" y="343739"/>
                            <a:pt x="99878" y="343739"/>
                          </a:cubicBezTo>
                          <a:cubicBezTo>
                            <a:pt x="198978" y="343739"/>
                            <a:pt x="343859" y="205200"/>
                            <a:pt x="463821" y="0"/>
                          </a:cubicBezTo>
                          <a:cubicBezTo>
                            <a:pt x="451651" y="5217"/>
                            <a:pt x="438902" y="9275"/>
                            <a:pt x="425573" y="12753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  <p:grpSp>
                <p:nvGrpSpPr>
                  <p:cNvPr id="66" name="Google Shape;66;p46"/>
                  <p:cNvGrpSpPr/>
                  <p:nvPr/>
                </p:nvGrpSpPr>
                <p:grpSpPr>
                  <a:xfrm>
                    <a:off x="562856" y="999863"/>
                    <a:ext cx="948024" cy="419094"/>
                    <a:chOff x="562856" y="999863"/>
                    <a:chExt cx="948024" cy="419094"/>
                  </a:xfrm>
                </p:grpSpPr>
                <p:sp>
                  <p:nvSpPr>
                    <p:cNvPr id="67" name="Google Shape;67;p46"/>
                    <p:cNvSpPr/>
                    <p:nvPr/>
                  </p:nvSpPr>
                  <p:spPr>
                    <a:xfrm>
                      <a:off x="1007048" y="1275781"/>
                      <a:ext cx="316421" cy="1159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6421" h="115932" extrusionOk="0">
                          <a:moveTo>
                            <a:pt x="64328" y="84630"/>
                          </a:moveTo>
                          <a:cubicBezTo>
                            <a:pt x="42885" y="89848"/>
                            <a:pt x="21443" y="93905"/>
                            <a:pt x="0" y="97963"/>
                          </a:cubicBezTo>
                          <a:cubicBezTo>
                            <a:pt x="17386" y="104919"/>
                            <a:pt x="34192" y="110715"/>
                            <a:pt x="50998" y="115932"/>
                          </a:cubicBezTo>
                          <a:cubicBezTo>
                            <a:pt x="57373" y="114773"/>
                            <a:pt x="63748" y="113034"/>
                            <a:pt x="70123" y="111875"/>
                          </a:cubicBezTo>
                          <a:cubicBezTo>
                            <a:pt x="161108" y="91007"/>
                            <a:pt x="245719" y="61444"/>
                            <a:pt x="316422" y="26664"/>
                          </a:cubicBezTo>
                          <a:cubicBezTo>
                            <a:pt x="314683" y="17969"/>
                            <a:pt x="312365" y="9274"/>
                            <a:pt x="308888" y="0"/>
                          </a:cubicBezTo>
                          <a:cubicBezTo>
                            <a:pt x="239924" y="34200"/>
                            <a:pt x="155313" y="63763"/>
                            <a:pt x="64328" y="8463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68" name="Google Shape;68;p46"/>
                    <p:cNvSpPr/>
                    <p:nvPr/>
                  </p:nvSpPr>
                  <p:spPr>
                    <a:xfrm>
                      <a:off x="738727" y="1033483"/>
                      <a:ext cx="300774" cy="1159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0774" h="115932" extrusionOk="0">
                          <a:moveTo>
                            <a:pt x="0" y="88688"/>
                          </a:moveTo>
                          <a:cubicBezTo>
                            <a:pt x="1159" y="97383"/>
                            <a:pt x="3477" y="106658"/>
                            <a:pt x="6375" y="115932"/>
                          </a:cubicBezTo>
                          <a:cubicBezTo>
                            <a:pt x="73600" y="81153"/>
                            <a:pt x="160529" y="48692"/>
                            <a:pt x="263105" y="24925"/>
                          </a:cubicBezTo>
                          <a:cubicBezTo>
                            <a:pt x="275855" y="22027"/>
                            <a:pt x="288025" y="19129"/>
                            <a:pt x="300775" y="16810"/>
                          </a:cubicBezTo>
                          <a:cubicBezTo>
                            <a:pt x="282809" y="10434"/>
                            <a:pt x="265423" y="4637"/>
                            <a:pt x="248038" y="0"/>
                          </a:cubicBezTo>
                          <a:cubicBezTo>
                            <a:pt x="152995" y="23186"/>
                            <a:pt x="68384" y="53909"/>
                            <a:pt x="0" y="88688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69" name="Google Shape;69;p46"/>
                    <p:cNvSpPr/>
                    <p:nvPr/>
                  </p:nvSpPr>
                  <p:spPr>
                    <a:xfrm>
                      <a:off x="562856" y="1136083"/>
                      <a:ext cx="442453" cy="28287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42453" h="282874" extrusionOk="0">
                          <a:moveTo>
                            <a:pt x="393773" y="245776"/>
                          </a:moveTo>
                          <a:cubicBezTo>
                            <a:pt x="346252" y="252153"/>
                            <a:pt x="299890" y="255631"/>
                            <a:pt x="257005" y="255631"/>
                          </a:cubicBezTo>
                          <a:cubicBezTo>
                            <a:pt x="127191" y="255631"/>
                            <a:pt x="39682" y="225488"/>
                            <a:pt x="28671" y="176797"/>
                          </a:cubicBezTo>
                          <a:cubicBezTo>
                            <a:pt x="19399" y="135641"/>
                            <a:pt x="66920" y="79414"/>
                            <a:pt x="157906" y="27244"/>
                          </a:cubicBezTo>
                          <a:cubicBezTo>
                            <a:pt x="154428" y="17970"/>
                            <a:pt x="152110" y="9275"/>
                            <a:pt x="150372" y="0"/>
                          </a:cubicBezTo>
                          <a:cubicBezTo>
                            <a:pt x="47216" y="57966"/>
                            <a:pt x="-11896" y="124627"/>
                            <a:pt x="2013" y="182593"/>
                          </a:cubicBezTo>
                          <a:cubicBezTo>
                            <a:pt x="17080" y="246356"/>
                            <a:pt x="109805" y="282875"/>
                            <a:pt x="257584" y="282875"/>
                          </a:cubicBezTo>
                          <a:cubicBezTo>
                            <a:pt x="314957" y="282875"/>
                            <a:pt x="378126" y="277078"/>
                            <a:pt x="442453" y="266065"/>
                          </a:cubicBezTo>
                          <a:cubicBezTo>
                            <a:pt x="425647" y="260268"/>
                            <a:pt x="409420" y="253312"/>
                            <a:pt x="393773" y="245776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70" name="Google Shape;70;p46"/>
                    <p:cNvSpPr/>
                    <p:nvPr/>
                  </p:nvSpPr>
                  <p:spPr>
                    <a:xfrm>
                      <a:off x="1041240" y="999863"/>
                      <a:ext cx="469640" cy="28867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9640" h="288671" extrusionOk="0">
                          <a:moveTo>
                            <a:pt x="467678" y="100281"/>
                          </a:moveTo>
                          <a:cubicBezTo>
                            <a:pt x="453190" y="36519"/>
                            <a:pt x="359886" y="0"/>
                            <a:pt x="212107" y="0"/>
                          </a:cubicBezTo>
                          <a:cubicBezTo>
                            <a:pt x="146620" y="0"/>
                            <a:pt x="73600" y="7536"/>
                            <a:pt x="0" y="22027"/>
                          </a:cubicBezTo>
                          <a:cubicBezTo>
                            <a:pt x="16227" y="27824"/>
                            <a:pt x="32454" y="34200"/>
                            <a:pt x="48680" y="41156"/>
                          </a:cubicBezTo>
                          <a:cubicBezTo>
                            <a:pt x="105474" y="31881"/>
                            <a:pt x="161109" y="27244"/>
                            <a:pt x="212107" y="27244"/>
                          </a:cubicBezTo>
                          <a:cubicBezTo>
                            <a:pt x="341921" y="27244"/>
                            <a:pt x="429430" y="57386"/>
                            <a:pt x="440441" y="106078"/>
                          </a:cubicBezTo>
                          <a:cubicBezTo>
                            <a:pt x="449133" y="143176"/>
                            <a:pt x="412044" y="191868"/>
                            <a:pt x="339023" y="238820"/>
                          </a:cubicBezTo>
                          <a:cubicBezTo>
                            <a:pt x="326274" y="246936"/>
                            <a:pt x="312945" y="254471"/>
                            <a:pt x="299036" y="262007"/>
                          </a:cubicBezTo>
                          <a:cubicBezTo>
                            <a:pt x="302513" y="271281"/>
                            <a:pt x="305411" y="279976"/>
                            <a:pt x="307729" y="288671"/>
                          </a:cubicBezTo>
                          <a:cubicBezTo>
                            <a:pt x="323956" y="279976"/>
                            <a:pt x="339603" y="270702"/>
                            <a:pt x="354091" y="262007"/>
                          </a:cubicBezTo>
                          <a:cubicBezTo>
                            <a:pt x="439282" y="208098"/>
                            <a:pt x="479269" y="150132"/>
                            <a:pt x="467678" y="100281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</p:grpSp>
            <p:sp>
              <p:nvSpPr>
                <p:cNvPr id="71" name="Google Shape;71;p46"/>
                <p:cNvSpPr/>
                <p:nvPr/>
              </p:nvSpPr>
              <p:spPr>
                <a:xfrm>
                  <a:off x="953731" y="1135503"/>
                  <a:ext cx="152995" cy="153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995" h="153030" extrusionOk="0">
                      <a:moveTo>
                        <a:pt x="152995" y="76515"/>
                      </a:moveTo>
                      <a:cubicBezTo>
                        <a:pt x="152995" y="118831"/>
                        <a:pt x="118803" y="153031"/>
                        <a:pt x="76498" y="153031"/>
                      </a:cubicBezTo>
                      <a:cubicBezTo>
                        <a:pt x="34192" y="153031"/>
                        <a:pt x="0" y="118831"/>
                        <a:pt x="0" y="76515"/>
                      </a:cubicBezTo>
                      <a:cubicBezTo>
                        <a:pt x="0" y="34200"/>
                        <a:pt x="34192" y="0"/>
                        <a:pt x="76498" y="0"/>
                      </a:cubicBezTo>
                      <a:cubicBezTo>
                        <a:pt x="118803" y="0"/>
                        <a:pt x="152995" y="34200"/>
                        <a:pt x="152995" y="7651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  <p:grpSp>
            <p:nvGrpSpPr>
              <p:cNvPr id="72" name="Google Shape;72;p46"/>
              <p:cNvGrpSpPr/>
              <p:nvPr/>
            </p:nvGrpSpPr>
            <p:grpSpPr>
              <a:xfrm>
                <a:off x="879552" y="710612"/>
                <a:ext cx="474043" cy="360549"/>
                <a:chOff x="879552" y="710612"/>
                <a:chExt cx="474043" cy="360549"/>
              </a:xfrm>
            </p:grpSpPr>
            <p:sp>
              <p:nvSpPr>
                <p:cNvPr id="73" name="Google Shape;73;p46"/>
                <p:cNvSpPr/>
                <p:nvPr/>
              </p:nvSpPr>
              <p:spPr>
                <a:xfrm>
                  <a:off x="879552" y="1007978"/>
                  <a:ext cx="67225" cy="63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225" h="63183" extrusionOk="0">
                      <a:moveTo>
                        <a:pt x="37090" y="52170"/>
                      </a:moveTo>
                      <a:cubicBezTo>
                        <a:pt x="46942" y="35939"/>
                        <a:pt x="56794" y="19708"/>
                        <a:pt x="67225" y="4058"/>
                      </a:cubicBezTo>
                      <a:cubicBezTo>
                        <a:pt x="57373" y="2319"/>
                        <a:pt x="47521" y="1159"/>
                        <a:pt x="37669" y="0"/>
                      </a:cubicBezTo>
                      <a:cubicBezTo>
                        <a:pt x="24920" y="20288"/>
                        <a:pt x="12170" y="41156"/>
                        <a:pt x="0" y="63183"/>
                      </a:cubicBezTo>
                      <a:cubicBezTo>
                        <a:pt x="12170" y="59705"/>
                        <a:pt x="24920" y="55648"/>
                        <a:pt x="37090" y="5217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74" name="Google Shape;74;p46"/>
                <p:cNvSpPr/>
                <p:nvPr/>
              </p:nvSpPr>
              <p:spPr>
                <a:xfrm>
                  <a:off x="934607" y="710612"/>
                  <a:ext cx="418988" cy="307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988" h="307220" extrusionOk="0">
                      <a:moveTo>
                        <a:pt x="28976" y="276498"/>
                      </a:moveTo>
                      <a:cubicBezTo>
                        <a:pt x="130973" y="127525"/>
                        <a:pt x="244560" y="26664"/>
                        <a:pt x="318740" y="26664"/>
                      </a:cubicBezTo>
                      <a:cubicBezTo>
                        <a:pt x="329751" y="26664"/>
                        <a:pt x="339603" y="28983"/>
                        <a:pt x="348296" y="33620"/>
                      </a:cubicBezTo>
                      <a:cubicBezTo>
                        <a:pt x="396396" y="59125"/>
                        <a:pt x="406828" y="161726"/>
                        <a:pt x="370318" y="304322"/>
                      </a:cubicBezTo>
                      <a:cubicBezTo>
                        <a:pt x="379590" y="304902"/>
                        <a:pt x="388283" y="306061"/>
                        <a:pt x="396976" y="307221"/>
                      </a:cubicBezTo>
                      <a:cubicBezTo>
                        <a:pt x="434645" y="158248"/>
                        <a:pt x="424793" y="43475"/>
                        <a:pt x="361045" y="9854"/>
                      </a:cubicBezTo>
                      <a:cubicBezTo>
                        <a:pt x="348296" y="3478"/>
                        <a:pt x="334387" y="0"/>
                        <a:pt x="319319" y="0"/>
                      </a:cubicBezTo>
                      <a:cubicBezTo>
                        <a:pt x="232390" y="0"/>
                        <a:pt x="110110" y="106658"/>
                        <a:pt x="0" y="271861"/>
                      </a:cubicBezTo>
                      <a:cubicBezTo>
                        <a:pt x="9272" y="273021"/>
                        <a:pt x="19124" y="274760"/>
                        <a:pt x="28976" y="27649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</p:grpSp>
        <p:grpSp>
          <p:nvGrpSpPr>
            <p:cNvPr id="75" name="Google Shape;75;p46"/>
            <p:cNvGrpSpPr/>
            <p:nvPr/>
          </p:nvGrpSpPr>
          <p:grpSpPr>
            <a:xfrm>
              <a:off x="1207564" y="1490836"/>
              <a:ext cx="1816817" cy="424891"/>
              <a:chOff x="1207564" y="1490836"/>
              <a:chExt cx="1816817" cy="424891"/>
            </a:xfrm>
          </p:grpSpPr>
          <p:sp>
            <p:nvSpPr>
              <p:cNvPr id="76" name="Google Shape;76;p46"/>
              <p:cNvSpPr/>
              <p:nvPr/>
            </p:nvSpPr>
            <p:spPr>
              <a:xfrm>
                <a:off x="1207564" y="1490836"/>
                <a:ext cx="416679" cy="424891"/>
              </a:xfrm>
              <a:custGeom>
                <a:avLst/>
                <a:gdLst/>
                <a:ahLst/>
                <a:cxnLst/>
                <a:rect l="l" t="t" r="r" b="b"/>
                <a:pathLst>
                  <a:path w="416679" h="424891" extrusionOk="0">
                    <a:moveTo>
                      <a:pt x="351193" y="424892"/>
                    </a:moveTo>
                    <a:lnTo>
                      <a:pt x="351193" y="122888"/>
                    </a:lnTo>
                    <a:lnTo>
                      <a:pt x="208630" y="302583"/>
                    </a:lnTo>
                    <a:lnTo>
                      <a:pt x="65486" y="122888"/>
                    </a:lnTo>
                    <a:lnTo>
                      <a:pt x="65486" y="424892"/>
                    </a:lnTo>
                    <a:lnTo>
                      <a:pt x="0" y="424892"/>
                    </a:lnTo>
                    <a:lnTo>
                      <a:pt x="0" y="0"/>
                    </a:lnTo>
                    <a:lnTo>
                      <a:pt x="38249" y="0"/>
                    </a:lnTo>
                    <a:lnTo>
                      <a:pt x="208630" y="215634"/>
                    </a:lnTo>
                    <a:lnTo>
                      <a:pt x="379011" y="0"/>
                    </a:lnTo>
                    <a:lnTo>
                      <a:pt x="416680" y="0"/>
                    </a:lnTo>
                    <a:lnTo>
                      <a:pt x="416680" y="424892"/>
                    </a:lnTo>
                    <a:lnTo>
                      <a:pt x="351193" y="4248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77" name="Google Shape;77;p46"/>
              <p:cNvSpPr/>
              <p:nvPr/>
            </p:nvSpPr>
            <p:spPr>
              <a:xfrm>
                <a:off x="1678140" y="1490836"/>
                <a:ext cx="328012" cy="424891"/>
              </a:xfrm>
              <a:custGeom>
                <a:avLst/>
                <a:gdLst/>
                <a:ahLst/>
                <a:cxnLst/>
                <a:rect l="l" t="t" r="r" b="b"/>
                <a:pathLst>
                  <a:path w="328012" h="424891" extrusionOk="0">
                    <a:moveTo>
                      <a:pt x="262526" y="424892"/>
                    </a:moveTo>
                    <a:lnTo>
                      <a:pt x="262526" y="125207"/>
                    </a:lnTo>
                    <a:lnTo>
                      <a:pt x="38249" y="424892"/>
                    </a:lnTo>
                    <a:lnTo>
                      <a:pt x="0" y="424892"/>
                    </a:lnTo>
                    <a:lnTo>
                      <a:pt x="0" y="0"/>
                    </a:lnTo>
                    <a:lnTo>
                      <a:pt x="65487" y="0"/>
                    </a:lnTo>
                    <a:lnTo>
                      <a:pt x="65487" y="299685"/>
                    </a:lnTo>
                    <a:lnTo>
                      <a:pt x="289763" y="0"/>
                    </a:lnTo>
                    <a:lnTo>
                      <a:pt x="328012" y="0"/>
                    </a:lnTo>
                    <a:lnTo>
                      <a:pt x="328012" y="424892"/>
                    </a:lnTo>
                    <a:lnTo>
                      <a:pt x="262526" y="4248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78" name="Google Shape;78;p46"/>
              <p:cNvSpPr/>
              <p:nvPr/>
            </p:nvSpPr>
            <p:spPr>
              <a:xfrm>
                <a:off x="2696369" y="1490836"/>
                <a:ext cx="328012" cy="424891"/>
              </a:xfrm>
              <a:custGeom>
                <a:avLst/>
                <a:gdLst/>
                <a:ahLst/>
                <a:cxnLst/>
                <a:rect l="l" t="t" r="r" b="b"/>
                <a:pathLst>
                  <a:path w="328012" h="424891" extrusionOk="0">
                    <a:moveTo>
                      <a:pt x="262526" y="424892"/>
                    </a:moveTo>
                    <a:lnTo>
                      <a:pt x="262526" y="125207"/>
                    </a:lnTo>
                    <a:lnTo>
                      <a:pt x="38249" y="424892"/>
                    </a:lnTo>
                    <a:lnTo>
                      <a:pt x="0" y="424892"/>
                    </a:lnTo>
                    <a:lnTo>
                      <a:pt x="0" y="0"/>
                    </a:lnTo>
                    <a:lnTo>
                      <a:pt x="65486" y="0"/>
                    </a:lnTo>
                    <a:lnTo>
                      <a:pt x="65486" y="299685"/>
                    </a:lnTo>
                    <a:lnTo>
                      <a:pt x="289763" y="0"/>
                    </a:lnTo>
                    <a:lnTo>
                      <a:pt x="328012" y="0"/>
                    </a:lnTo>
                    <a:lnTo>
                      <a:pt x="328012" y="424892"/>
                    </a:lnTo>
                    <a:lnTo>
                      <a:pt x="262526" y="4248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79" name="Google Shape;79;p46"/>
            <p:cNvGrpSpPr/>
            <p:nvPr/>
          </p:nvGrpSpPr>
          <p:grpSpPr>
            <a:xfrm>
              <a:off x="2324313" y="1165066"/>
              <a:ext cx="760918" cy="184912"/>
              <a:chOff x="2324313" y="1165066"/>
              <a:chExt cx="760918" cy="184912"/>
            </a:xfrm>
          </p:grpSpPr>
          <p:sp>
            <p:nvSpPr>
              <p:cNvPr id="80" name="Google Shape;80;p46"/>
              <p:cNvSpPr/>
              <p:nvPr/>
            </p:nvSpPr>
            <p:spPr>
              <a:xfrm>
                <a:off x="2324313" y="1165066"/>
                <a:ext cx="153574" cy="184911"/>
              </a:xfrm>
              <a:custGeom>
                <a:avLst/>
                <a:gdLst/>
                <a:ahLst/>
                <a:cxnLst/>
                <a:rect l="l" t="t" r="r" b="b"/>
                <a:pathLst>
                  <a:path w="153574" h="184911" extrusionOk="0">
                    <a:moveTo>
                      <a:pt x="114746" y="184912"/>
                    </a:moveTo>
                    <a:lnTo>
                      <a:pt x="114746" y="109556"/>
                    </a:lnTo>
                    <a:lnTo>
                      <a:pt x="38828" y="109556"/>
                    </a:lnTo>
                    <a:lnTo>
                      <a:pt x="38828" y="184912"/>
                    </a:lnTo>
                    <a:lnTo>
                      <a:pt x="0" y="184912"/>
                    </a:lnTo>
                    <a:lnTo>
                      <a:pt x="0" y="0"/>
                    </a:lnTo>
                    <a:lnTo>
                      <a:pt x="38828" y="0"/>
                    </a:lnTo>
                    <a:lnTo>
                      <a:pt x="38828" y="74776"/>
                    </a:lnTo>
                    <a:lnTo>
                      <a:pt x="114746" y="74776"/>
                    </a:lnTo>
                    <a:lnTo>
                      <a:pt x="114746" y="0"/>
                    </a:lnTo>
                    <a:lnTo>
                      <a:pt x="153575" y="0"/>
                    </a:lnTo>
                    <a:lnTo>
                      <a:pt x="153575" y="184912"/>
                    </a:lnTo>
                    <a:lnTo>
                      <a:pt x="114746" y="1849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81" name="Google Shape;81;p46"/>
              <p:cNvSpPr/>
              <p:nvPr/>
            </p:nvSpPr>
            <p:spPr>
              <a:xfrm>
                <a:off x="2521932" y="1165066"/>
                <a:ext cx="155313" cy="184911"/>
              </a:xfrm>
              <a:custGeom>
                <a:avLst/>
                <a:gdLst/>
                <a:ahLst/>
                <a:cxnLst/>
                <a:rect l="l" t="t" r="r" b="b"/>
                <a:pathLst>
                  <a:path w="155313" h="184911" extrusionOk="0">
                    <a:moveTo>
                      <a:pt x="115905" y="184912"/>
                    </a:moveTo>
                    <a:lnTo>
                      <a:pt x="115905" y="68980"/>
                    </a:lnTo>
                    <a:lnTo>
                      <a:pt x="22601" y="184912"/>
                    </a:lnTo>
                    <a:lnTo>
                      <a:pt x="0" y="184912"/>
                    </a:lnTo>
                    <a:lnTo>
                      <a:pt x="0" y="0"/>
                    </a:lnTo>
                    <a:lnTo>
                      <a:pt x="38828" y="0"/>
                    </a:lnTo>
                    <a:lnTo>
                      <a:pt x="38828" y="116512"/>
                    </a:lnTo>
                    <a:lnTo>
                      <a:pt x="132132" y="0"/>
                    </a:lnTo>
                    <a:lnTo>
                      <a:pt x="155313" y="0"/>
                    </a:lnTo>
                    <a:lnTo>
                      <a:pt x="155313" y="184912"/>
                    </a:lnTo>
                    <a:lnTo>
                      <a:pt x="115905" y="1849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82" name="Google Shape;82;p46"/>
              <p:cNvSpPr/>
              <p:nvPr/>
            </p:nvSpPr>
            <p:spPr>
              <a:xfrm>
                <a:off x="2708539" y="1165646"/>
                <a:ext cx="155892" cy="184332"/>
              </a:xfrm>
              <a:custGeom>
                <a:avLst/>
                <a:gdLst/>
                <a:ahLst/>
                <a:cxnLst/>
                <a:rect l="l" t="t" r="r" b="b"/>
                <a:pathLst>
                  <a:path w="155892" h="184332" extrusionOk="0">
                    <a:moveTo>
                      <a:pt x="117644" y="184332"/>
                    </a:moveTo>
                    <a:lnTo>
                      <a:pt x="117644" y="139119"/>
                    </a:lnTo>
                    <a:lnTo>
                      <a:pt x="95622" y="139119"/>
                    </a:lnTo>
                    <a:cubicBezTo>
                      <a:pt x="76498" y="139698"/>
                      <a:pt x="71282" y="143756"/>
                      <a:pt x="56214" y="165783"/>
                    </a:cubicBezTo>
                    <a:lnTo>
                      <a:pt x="43465" y="184332"/>
                    </a:lnTo>
                    <a:lnTo>
                      <a:pt x="0" y="184332"/>
                    </a:lnTo>
                    <a:lnTo>
                      <a:pt x="16806" y="159986"/>
                    </a:lnTo>
                    <a:cubicBezTo>
                      <a:pt x="28976" y="142017"/>
                      <a:pt x="37669" y="132742"/>
                      <a:pt x="46362" y="127525"/>
                    </a:cubicBezTo>
                    <a:cubicBezTo>
                      <a:pt x="19704" y="117671"/>
                      <a:pt x="4057" y="96803"/>
                      <a:pt x="4057" y="69559"/>
                    </a:cubicBezTo>
                    <a:cubicBezTo>
                      <a:pt x="4057" y="30722"/>
                      <a:pt x="34192" y="0"/>
                      <a:pt x="89247" y="0"/>
                    </a:cubicBezTo>
                    <a:lnTo>
                      <a:pt x="155893" y="0"/>
                    </a:lnTo>
                    <a:lnTo>
                      <a:pt x="155893" y="184332"/>
                    </a:lnTo>
                    <a:lnTo>
                      <a:pt x="117644" y="184332"/>
                    </a:lnTo>
                    <a:close/>
                    <a:moveTo>
                      <a:pt x="85770" y="34200"/>
                    </a:moveTo>
                    <a:cubicBezTo>
                      <a:pt x="60271" y="34200"/>
                      <a:pt x="40567" y="45793"/>
                      <a:pt x="40567" y="69559"/>
                    </a:cubicBezTo>
                    <a:cubicBezTo>
                      <a:pt x="40567" y="94485"/>
                      <a:pt x="60271" y="104919"/>
                      <a:pt x="85770" y="104919"/>
                    </a:cubicBezTo>
                    <a:lnTo>
                      <a:pt x="117644" y="104919"/>
                    </a:lnTo>
                    <a:lnTo>
                      <a:pt x="117644" y="34200"/>
                    </a:lnTo>
                    <a:lnTo>
                      <a:pt x="85770" y="342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83" name="Google Shape;83;p46"/>
              <p:cNvSpPr/>
              <p:nvPr/>
            </p:nvSpPr>
            <p:spPr>
              <a:xfrm>
                <a:off x="2898624" y="1165066"/>
                <a:ext cx="186607" cy="184911"/>
              </a:xfrm>
              <a:custGeom>
                <a:avLst/>
                <a:gdLst/>
                <a:ahLst/>
                <a:cxnLst/>
                <a:rect l="l" t="t" r="r" b="b"/>
                <a:pathLst>
                  <a:path w="186607" h="184911" extrusionOk="0">
                    <a:moveTo>
                      <a:pt x="30715" y="184912"/>
                    </a:moveTo>
                    <a:lnTo>
                      <a:pt x="71282" y="118251"/>
                    </a:lnTo>
                    <a:lnTo>
                      <a:pt x="0" y="0"/>
                    </a:lnTo>
                    <a:lnTo>
                      <a:pt x="44044" y="0"/>
                    </a:lnTo>
                    <a:lnTo>
                      <a:pt x="93304" y="80573"/>
                    </a:lnTo>
                    <a:lnTo>
                      <a:pt x="142563" y="0"/>
                    </a:lnTo>
                    <a:lnTo>
                      <a:pt x="186607" y="0"/>
                    </a:lnTo>
                    <a:lnTo>
                      <a:pt x="74759" y="184912"/>
                    </a:lnTo>
                    <a:lnTo>
                      <a:pt x="30715" y="1849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84" name="Google Shape;84;p46"/>
            <p:cNvSpPr/>
            <p:nvPr/>
          </p:nvSpPr>
          <p:spPr>
            <a:xfrm>
              <a:off x="2032231" y="1490836"/>
              <a:ext cx="639218" cy="423732"/>
            </a:xfrm>
            <a:custGeom>
              <a:avLst/>
              <a:gdLst/>
              <a:ahLst/>
              <a:cxnLst/>
              <a:rect l="l" t="t" r="r" b="b"/>
              <a:pathLst>
                <a:path w="639218" h="423732" extrusionOk="0">
                  <a:moveTo>
                    <a:pt x="468837" y="15071"/>
                  </a:moveTo>
                  <a:cubicBezTo>
                    <a:pt x="418418" y="15071"/>
                    <a:pt x="374954" y="41156"/>
                    <a:pt x="351773" y="78254"/>
                  </a:cubicBezTo>
                  <a:lnTo>
                    <a:pt x="351773" y="0"/>
                  </a:lnTo>
                  <a:lnTo>
                    <a:pt x="286286" y="0"/>
                  </a:lnTo>
                  <a:lnTo>
                    <a:pt x="286286" y="190709"/>
                  </a:lnTo>
                  <a:cubicBezTo>
                    <a:pt x="286286" y="256210"/>
                    <a:pt x="237606" y="303743"/>
                    <a:pt x="176176" y="303743"/>
                  </a:cubicBezTo>
                  <a:cubicBezTo>
                    <a:pt x="114167" y="303743"/>
                    <a:pt x="66066" y="256210"/>
                    <a:pt x="66066" y="190709"/>
                  </a:cubicBezTo>
                  <a:cubicBezTo>
                    <a:pt x="66066" y="125207"/>
                    <a:pt x="114746" y="77095"/>
                    <a:pt x="176176" y="77095"/>
                  </a:cubicBezTo>
                  <a:cubicBezTo>
                    <a:pt x="208630" y="77095"/>
                    <a:pt x="237606" y="90427"/>
                    <a:pt x="257890" y="113034"/>
                  </a:cubicBezTo>
                  <a:lnTo>
                    <a:pt x="257890" y="46373"/>
                  </a:lnTo>
                  <a:cubicBezTo>
                    <a:pt x="234129" y="27244"/>
                    <a:pt x="203414" y="15071"/>
                    <a:pt x="169802" y="15071"/>
                  </a:cubicBezTo>
                  <a:cubicBezTo>
                    <a:pt x="68384" y="15071"/>
                    <a:pt x="0" y="92746"/>
                    <a:pt x="0" y="190129"/>
                  </a:cubicBezTo>
                  <a:cubicBezTo>
                    <a:pt x="0" y="287512"/>
                    <a:pt x="68384" y="364607"/>
                    <a:pt x="169802" y="364607"/>
                  </a:cubicBezTo>
                  <a:cubicBezTo>
                    <a:pt x="220220" y="364607"/>
                    <a:pt x="263685" y="339102"/>
                    <a:pt x="286866" y="302004"/>
                  </a:cubicBezTo>
                  <a:lnTo>
                    <a:pt x="286866" y="423732"/>
                  </a:lnTo>
                  <a:lnTo>
                    <a:pt x="353512" y="423732"/>
                  </a:lnTo>
                  <a:lnTo>
                    <a:pt x="353512" y="180854"/>
                  </a:lnTo>
                  <a:lnTo>
                    <a:pt x="353512" y="180854"/>
                  </a:lnTo>
                  <a:cubicBezTo>
                    <a:pt x="357568" y="119990"/>
                    <a:pt x="404510" y="75936"/>
                    <a:pt x="463622" y="75936"/>
                  </a:cubicBezTo>
                  <a:cubicBezTo>
                    <a:pt x="525631" y="75936"/>
                    <a:pt x="573732" y="124048"/>
                    <a:pt x="573732" y="189549"/>
                  </a:cubicBezTo>
                  <a:cubicBezTo>
                    <a:pt x="573732" y="255051"/>
                    <a:pt x="525051" y="302583"/>
                    <a:pt x="463622" y="302583"/>
                  </a:cubicBezTo>
                  <a:cubicBezTo>
                    <a:pt x="431168" y="302583"/>
                    <a:pt x="402771" y="289251"/>
                    <a:pt x="383067" y="267804"/>
                  </a:cubicBezTo>
                  <a:lnTo>
                    <a:pt x="383067" y="335044"/>
                  </a:lnTo>
                  <a:cubicBezTo>
                    <a:pt x="406248" y="353014"/>
                    <a:pt x="436384" y="364607"/>
                    <a:pt x="469996" y="364607"/>
                  </a:cubicBezTo>
                  <a:cubicBezTo>
                    <a:pt x="570834" y="364607"/>
                    <a:pt x="639218" y="287512"/>
                    <a:pt x="639218" y="190129"/>
                  </a:cubicBezTo>
                  <a:cubicBezTo>
                    <a:pt x="638059" y="92746"/>
                    <a:pt x="569095" y="15071"/>
                    <a:pt x="468837" y="150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Шапка с логотипом без коня (белая)">
  <p:cSld name="Шапка с логотипом без коня (белая)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9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6" name="Google Shape;156;p49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49"/>
          <p:cNvSpPr txBox="1">
            <a:spLocks noGrp="1"/>
          </p:cNvSpPr>
          <p:nvPr>
            <p:ph type="body" idx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58" name="Google Shape;158;p49"/>
          <p:cNvSpPr txBox="1">
            <a:spLocks noGrp="1"/>
          </p:cNvSpPr>
          <p:nvPr>
            <p:ph type="body" idx="2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159" name="Google Shape;159;p49"/>
          <p:cNvGrpSpPr/>
          <p:nvPr/>
        </p:nvGrpSpPr>
        <p:grpSpPr>
          <a:xfrm>
            <a:off x="10376966" y="276558"/>
            <a:ext cx="1255918" cy="600040"/>
            <a:chOff x="10376966" y="276558"/>
            <a:chExt cx="1255918" cy="600040"/>
          </a:xfrm>
        </p:grpSpPr>
        <p:grpSp>
          <p:nvGrpSpPr>
            <p:cNvPr id="160" name="Google Shape;160;p49"/>
            <p:cNvGrpSpPr/>
            <p:nvPr/>
          </p:nvGrpSpPr>
          <p:grpSpPr>
            <a:xfrm>
              <a:off x="10376966" y="276558"/>
              <a:ext cx="472032" cy="496714"/>
              <a:chOff x="10376966" y="276558"/>
              <a:chExt cx="472032" cy="496714"/>
            </a:xfrm>
          </p:grpSpPr>
          <p:grpSp>
            <p:nvGrpSpPr>
              <p:cNvPr id="161" name="Google Shape;161;p49"/>
              <p:cNvGrpSpPr/>
              <p:nvPr/>
            </p:nvGrpSpPr>
            <p:grpSpPr>
              <a:xfrm>
                <a:off x="10376966" y="413364"/>
                <a:ext cx="472032" cy="359908"/>
                <a:chOff x="10376966" y="413364"/>
                <a:chExt cx="472032" cy="359908"/>
              </a:xfrm>
            </p:grpSpPr>
            <p:grpSp>
              <p:nvGrpSpPr>
                <p:cNvPr id="162" name="Google Shape;162;p49"/>
                <p:cNvGrpSpPr/>
                <p:nvPr/>
              </p:nvGrpSpPr>
              <p:grpSpPr>
                <a:xfrm>
                  <a:off x="10376966" y="413364"/>
                  <a:ext cx="472032" cy="359908"/>
                  <a:chOff x="10376966" y="413364"/>
                  <a:chExt cx="472032" cy="359908"/>
                </a:xfrm>
              </p:grpSpPr>
              <p:grpSp>
                <p:nvGrpSpPr>
                  <p:cNvPr id="163" name="Google Shape;163;p49"/>
                  <p:cNvGrpSpPr/>
                  <p:nvPr/>
                </p:nvGrpSpPr>
                <p:grpSpPr>
                  <a:xfrm>
                    <a:off x="10452557" y="413364"/>
                    <a:ext cx="320303" cy="359908"/>
                    <a:chOff x="10452557" y="413364"/>
                    <a:chExt cx="320303" cy="359908"/>
                  </a:xfrm>
                </p:grpSpPr>
                <p:sp>
                  <p:nvSpPr>
                    <p:cNvPr id="164" name="Google Shape;164;p49"/>
                    <p:cNvSpPr/>
                    <p:nvPr/>
                  </p:nvSpPr>
                  <p:spPr>
                    <a:xfrm>
                      <a:off x="10677775" y="438474"/>
                      <a:ext cx="79063" cy="1526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63" h="152679" extrusionOk="0">
                          <a:moveTo>
                            <a:pt x="25104" y="134208"/>
                          </a:moveTo>
                          <a:cubicBezTo>
                            <a:pt x="49054" y="88895"/>
                            <a:pt x="67810" y="41273"/>
                            <a:pt x="79064" y="1443"/>
                          </a:cubicBezTo>
                          <a:cubicBezTo>
                            <a:pt x="74735" y="866"/>
                            <a:pt x="70407" y="577"/>
                            <a:pt x="65790" y="0"/>
                          </a:cubicBezTo>
                          <a:cubicBezTo>
                            <a:pt x="54825" y="37521"/>
                            <a:pt x="37223" y="83123"/>
                            <a:pt x="13562" y="128147"/>
                          </a:cubicBezTo>
                          <a:cubicBezTo>
                            <a:pt x="9234" y="136517"/>
                            <a:pt x="4617" y="144599"/>
                            <a:pt x="0" y="152680"/>
                          </a:cubicBezTo>
                          <a:cubicBezTo>
                            <a:pt x="6348" y="150660"/>
                            <a:pt x="12696" y="148351"/>
                            <a:pt x="19045" y="146042"/>
                          </a:cubicBezTo>
                          <a:cubicBezTo>
                            <a:pt x="20776" y="142001"/>
                            <a:pt x="22796" y="137960"/>
                            <a:pt x="25104" y="13420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165" name="Google Shape;165;p49"/>
                    <p:cNvSpPr/>
                    <p:nvPr/>
                  </p:nvSpPr>
                  <p:spPr>
                    <a:xfrm>
                      <a:off x="10466265" y="467913"/>
                      <a:ext cx="77043" cy="1532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7043" h="153257" extrusionOk="0">
                          <a:moveTo>
                            <a:pt x="68387" y="15874"/>
                          </a:moveTo>
                          <a:cubicBezTo>
                            <a:pt x="71273" y="10390"/>
                            <a:pt x="74158" y="5195"/>
                            <a:pt x="77044" y="0"/>
                          </a:cubicBezTo>
                          <a:cubicBezTo>
                            <a:pt x="70695" y="2020"/>
                            <a:pt x="64636" y="4041"/>
                            <a:pt x="58576" y="6061"/>
                          </a:cubicBezTo>
                          <a:cubicBezTo>
                            <a:pt x="57999" y="7215"/>
                            <a:pt x="57134" y="8370"/>
                            <a:pt x="56556" y="9813"/>
                          </a:cubicBezTo>
                          <a:cubicBezTo>
                            <a:pt x="30010" y="60033"/>
                            <a:pt x="10965" y="109098"/>
                            <a:pt x="0" y="152391"/>
                          </a:cubicBezTo>
                          <a:cubicBezTo>
                            <a:pt x="4328" y="152680"/>
                            <a:pt x="8657" y="152969"/>
                            <a:pt x="13273" y="153257"/>
                          </a:cubicBezTo>
                          <a:cubicBezTo>
                            <a:pt x="23950" y="112850"/>
                            <a:pt x="41840" y="65805"/>
                            <a:pt x="68387" y="15874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grpSp>
                  <p:nvGrpSpPr>
                    <p:cNvPr id="166" name="Google Shape;166;p49"/>
                    <p:cNvGrpSpPr/>
                    <p:nvPr/>
                  </p:nvGrpSpPr>
                  <p:grpSpPr>
                    <a:xfrm>
                      <a:off x="10452557" y="413364"/>
                      <a:ext cx="320303" cy="223391"/>
                      <a:chOff x="10452557" y="413364"/>
                      <a:chExt cx="320303" cy="223391"/>
                    </a:xfrm>
                  </p:grpSpPr>
                  <p:sp>
                    <p:nvSpPr>
                      <p:cNvPr id="167" name="Google Shape;167;p49"/>
                      <p:cNvSpPr/>
                      <p:nvPr/>
                    </p:nvSpPr>
                    <p:spPr>
                      <a:xfrm>
                        <a:off x="10503200" y="546706"/>
                        <a:ext cx="161301" cy="8716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61301" h="87163" extrusionOk="0">
                            <a:moveTo>
                              <a:pt x="5771" y="0"/>
                            </a:moveTo>
                            <a:cubicBezTo>
                              <a:pt x="3751" y="4618"/>
                              <a:pt x="1731" y="9236"/>
                              <a:pt x="0" y="13854"/>
                            </a:cubicBezTo>
                            <a:cubicBezTo>
                              <a:pt x="19044" y="30882"/>
                              <a:pt x="42706" y="46756"/>
                              <a:pt x="69830" y="60033"/>
                            </a:cubicBezTo>
                            <a:cubicBezTo>
                              <a:pt x="97819" y="73598"/>
                              <a:pt x="126386" y="82834"/>
                              <a:pt x="153222" y="87163"/>
                            </a:cubicBezTo>
                            <a:cubicBezTo>
                              <a:pt x="156107" y="83123"/>
                              <a:pt x="158704" y="78793"/>
                              <a:pt x="161301" y="74464"/>
                            </a:cubicBezTo>
                            <a:cubicBezTo>
                              <a:pt x="134177" y="71001"/>
                              <a:pt x="104456" y="61765"/>
                              <a:pt x="75601" y="47622"/>
                            </a:cubicBezTo>
                            <a:cubicBezTo>
                              <a:pt x="48477" y="34346"/>
                              <a:pt x="24527" y="17606"/>
                              <a:pt x="5771" y="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  <p:sp>
                    <p:nvSpPr>
                      <p:cNvPr id="168" name="Google Shape;168;p49"/>
                      <p:cNvSpPr/>
                      <p:nvPr/>
                    </p:nvSpPr>
                    <p:spPr>
                      <a:xfrm>
                        <a:off x="10452557" y="413364"/>
                        <a:ext cx="320303" cy="22339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03" h="223391" extrusionOk="0">
                            <a:moveTo>
                              <a:pt x="297068" y="105346"/>
                            </a:moveTo>
                            <a:cubicBezTo>
                              <a:pt x="275426" y="76484"/>
                              <a:pt x="240800" y="49643"/>
                              <a:pt x="200114" y="30016"/>
                            </a:cubicBezTo>
                            <a:cubicBezTo>
                              <a:pt x="160582" y="10679"/>
                              <a:pt x="119319" y="0"/>
                              <a:pt x="83827" y="0"/>
                            </a:cubicBezTo>
                            <a:cubicBezTo>
                              <a:pt x="44584" y="0"/>
                              <a:pt x="16883" y="12699"/>
                              <a:pt x="5341" y="36077"/>
                            </a:cubicBezTo>
                            <a:cubicBezTo>
                              <a:pt x="-8799" y="64939"/>
                              <a:pt x="5918" y="102749"/>
                              <a:pt x="40256" y="137383"/>
                            </a:cubicBezTo>
                            <a:cubicBezTo>
                              <a:pt x="42275" y="132765"/>
                              <a:pt x="44007" y="127859"/>
                              <a:pt x="46027" y="123241"/>
                            </a:cubicBezTo>
                            <a:cubicBezTo>
                              <a:pt x="19191" y="94379"/>
                              <a:pt x="7072" y="63785"/>
                              <a:pt x="17460" y="42138"/>
                            </a:cubicBezTo>
                            <a:cubicBezTo>
                              <a:pt x="26116" y="24244"/>
                              <a:pt x="50355" y="13854"/>
                              <a:pt x="83538" y="13854"/>
                            </a:cubicBezTo>
                            <a:cubicBezTo>
                              <a:pt x="117011" y="13854"/>
                              <a:pt x="156254" y="23955"/>
                              <a:pt x="193766" y="42427"/>
                            </a:cubicBezTo>
                            <a:cubicBezTo>
                              <a:pt x="232432" y="61476"/>
                              <a:pt x="265038" y="86586"/>
                              <a:pt x="285526" y="113716"/>
                            </a:cubicBezTo>
                            <a:cubicBezTo>
                              <a:pt x="304859" y="139403"/>
                              <a:pt x="310918" y="163359"/>
                              <a:pt x="302262" y="181253"/>
                            </a:cubicBezTo>
                            <a:cubicBezTo>
                              <a:pt x="293605" y="199148"/>
                              <a:pt x="269367" y="209538"/>
                              <a:pt x="236183" y="209538"/>
                            </a:cubicBezTo>
                            <a:cubicBezTo>
                              <a:pt x="233009" y="209538"/>
                              <a:pt x="229546" y="209249"/>
                              <a:pt x="226372" y="209249"/>
                            </a:cubicBezTo>
                            <a:cubicBezTo>
                              <a:pt x="223487" y="213579"/>
                              <a:pt x="220890" y="218197"/>
                              <a:pt x="218004" y="222526"/>
                            </a:cubicBezTo>
                            <a:cubicBezTo>
                              <a:pt x="224064" y="223103"/>
                              <a:pt x="230123" y="223392"/>
                              <a:pt x="236183" y="223392"/>
                            </a:cubicBezTo>
                            <a:cubicBezTo>
                              <a:pt x="275426" y="223392"/>
                              <a:pt x="303127" y="210692"/>
                              <a:pt x="314670" y="187314"/>
                            </a:cubicBezTo>
                            <a:cubicBezTo>
                              <a:pt x="326212" y="164513"/>
                              <a:pt x="319863" y="135651"/>
                              <a:pt x="297068" y="105346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</p:grpSp>
                <p:sp>
                  <p:nvSpPr>
                    <p:cNvPr id="169" name="Google Shape;169;p49"/>
                    <p:cNvSpPr/>
                    <p:nvPr/>
                  </p:nvSpPr>
                  <p:spPr>
                    <a:xfrm>
                      <a:off x="10454912" y="602121"/>
                      <a:ext cx="230941" cy="1711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0941" h="171151" extrusionOk="0">
                          <a:moveTo>
                            <a:pt x="211897" y="6350"/>
                          </a:moveTo>
                          <a:cubicBezTo>
                            <a:pt x="157072" y="95245"/>
                            <a:pt x="91282" y="158164"/>
                            <a:pt x="49731" y="158164"/>
                          </a:cubicBezTo>
                          <a:cubicBezTo>
                            <a:pt x="44248" y="158164"/>
                            <a:pt x="39343" y="157009"/>
                            <a:pt x="35014" y="154700"/>
                          </a:cubicBezTo>
                          <a:cubicBezTo>
                            <a:pt x="12507" y="142867"/>
                            <a:pt x="6448" y="96976"/>
                            <a:pt x="21164" y="32325"/>
                          </a:cubicBezTo>
                          <a:cubicBezTo>
                            <a:pt x="16547" y="32037"/>
                            <a:pt x="12219" y="31748"/>
                            <a:pt x="7890" y="31460"/>
                          </a:cubicBezTo>
                          <a:cubicBezTo>
                            <a:pt x="-7114" y="99285"/>
                            <a:pt x="-1055" y="150660"/>
                            <a:pt x="28955" y="166245"/>
                          </a:cubicBezTo>
                          <a:cubicBezTo>
                            <a:pt x="35014" y="169420"/>
                            <a:pt x="42228" y="171152"/>
                            <a:pt x="49731" y="171152"/>
                          </a:cubicBezTo>
                          <a:cubicBezTo>
                            <a:pt x="99073" y="171152"/>
                            <a:pt x="171212" y="102171"/>
                            <a:pt x="230942" y="0"/>
                          </a:cubicBezTo>
                          <a:cubicBezTo>
                            <a:pt x="224882" y="2598"/>
                            <a:pt x="218534" y="4618"/>
                            <a:pt x="211897" y="6350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  <p:grpSp>
                <p:nvGrpSpPr>
                  <p:cNvPr id="170" name="Google Shape;170;p49"/>
                  <p:cNvGrpSpPr/>
                  <p:nvPr/>
                </p:nvGrpSpPr>
                <p:grpSpPr>
                  <a:xfrm>
                    <a:off x="10376966" y="420579"/>
                    <a:ext cx="472032" cy="208672"/>
                    <a:chOff x="10376966" y="420579"/>
                    <a:chExt cx="472032" cy="208672"/>
                  </a:xfrm>
                </p:grpSpPr>
                <p:sp>
                  <p:nvSpPr>
                    <p:cNvPr id="171" name="Google Shape;171;p49"/>
                    <p:cNvSpPr/>
                    <p:nvPr/>
                  </p:nvSpPr>
                  <p:spPr>
                    <a:xfrm>
                      <a:off x="10598134" y="557962"/>
                      <a:ext cx="157550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7550" h="57723" extrusionOk="0">
                          <a:moveTo>
                            <a:pt x="32029" y="42138"/>
                          </a:moveTo>
                          <a:cubicBezTo>
                            <a:pt x="21353" y="44736"/>
                            <a:pt x="10676" y="46756"/>
                            <a:pt x="0" y="48777"/>
                          </a:cubicBezTo>
                          <a:cubicBezTo>
                            <a:pt x="8657" y="52240"/>
                            <a:pt x="17025" y="55126"/>
                            <a:pt x="25393" y="57724"/>
                          </a:cubicBezTo>
                          <a:cubicBezTo>
                            <a:pt x="28567" y="57147"/>
                            <a:pt x="31741" y="56281"/>
                            <a:pt x="34915" y="55704"/>
                          </a:cubicBezTo>
                          <a:cubicBezTo>
                            <a:pt x="80218" y="45313"/>
                            <a:pt x="122346" y="30594"/>
                            <a:pt x="157550" y="13276"/>
                          </a:cubicBezTo>
                          <a:cubicBezTo>
                            <a:pt x="156684" y="8947"/>
                            <a:pt x="155530" y="4618"/>
                            <a:pt x="153799" y="0"/>
                          </a:cubicBezTo>
                          <a:cubicBezTo>
                            <a:pt x="119461" y="17029"/>
                            <a:pt x="77332" y="31748"/>
                            <a:pt x="32029" y="4213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172" name="Google Shape;172;p49"/>
                    <p:cNvSpPr/>
                    <p:nvPr/>
                  </p:nvSpPr>
                  <p:spPr>
                    <a:xfrm>
                      <a:off x="10464534" y="437319"/>
                      <a:ext cx="149759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9759" h="57723" extrusionOk="0">
                          <a:moveTo>
                            <a:pt x="0" y="44159"/>
                          </a:moveTo>
                          <a:cubicBezTo>
                            <a:pt x="577" y="48488"/>
                            <a:pt x="1731" y="53106"/>
                            <a:pt x="3174" y="57724"/>
                          </a:cubicBezTo>
                          <a:cubicBezTo>
                            <a:pt x="36646" y="40407"/>
                            <a:pt x="79929" y="24244"/>
                            <a:pt x="131003" y="12411"/>
                          </a:cubicBezTo>
                          <a:cubicBezTo>
                            <a:pt x="137351" y="10968"/>
                            <a:pt x="143411" y="9524"/>
                            <a:pt x="149759" y="8370"/>
                          </a:cubicBezTo>
                          <a:cubicBezTo>
                            <a:pt x="140814" y="5195"/>
                            <a:pt x="132157" y="2309"/>
                            <a:pt x="123501" y="0"/>
                          </a:cubicBezTo>
                          <a:cubicBezTo>
                            <a:pt x="76178" y="11545"/>
                            <a:pt x="34049" y="26842"/>
                            <a:pt x="0" y="44159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173" name="Google Shape;173;p49"/>
                    <p:cNvSpPr/>
                    <p:nvPr/>
                  </p:nvSpPr>
                  <p:spPr>
                    <a:xfrm>
                      <a:off x="10376966" y="488405"/>
                      <a:ext cx="220302" cy="1408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0302" h="140846" extrusionOk="0">
                          <a:moveTo>
                            <a:pt x="196064" y="122375"/>
                          </a:moveTo>
                          <a:cubicBezTo>
                            <a:pt x="172403" y="125550"/>
                            <a:pt x="149318" y="127281"/>
                            <a:pt x="127966" y="127281"/>
                          </a:cubicBezTo>
                          <a:cubicBezTo>
                            <a:pt x="63330" y="127281"/>
                            <a:pt x="19758" y="112273"/>
                            <a:pt x="14276" y="88029"/>
                          </a:cubicBezTo>
                          <a:cubicBezTo>
                            <a:pt x="9659" y="67537"/>
                            <a:pt x="33320" y="39541"/>
                            <a:pt x="78623" y="13565"/>
                          </a:cubicBezTo>
                          <a:cubicBezTo>
                            <a:pt x="76892" y="8947"/>
                            <a:pt x="75737" y="4618"/>
                            <a:pt x="74872" y="0"/>
                          </a:cubicBezTo>
                          <a:cubicBezTo>
                            <a:pt x="23509" y="28862"/>
                            <a:pt x="-5923" y="62053"/>
                            <a:pt x="1002" y="90915"/>
                          </a:cubicBezTo>
                          <a:cubicBezTo>
                            <a:pt x="8505" y="122663"/>
                            <a:pt x="54673" y="140846"/>
                            <a:pt x="128254" y="140846"/>
                          </a:cubicBezTo>
                          <a:cubicBezTo>
                            <a:pt x="156821" y="140846"/>
                            <a:pt x="188273" y="137960"/>
                            <a:pt x="220303" y="132476"/>
                          </a:cubicBezTo>
                          <a:cubicBezTo>
                            <a:pt x="211934" y="129590"/>
                            <a:pt x="203855" y="126127"/>
                            <a:pt x="196064" y="122375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174" name="Google Shape;174;p49"/>
                    <p:cNvSpPr/>
                    <p:nvPr/>
                  </p:nvSpPr>
                  <p:spPr>
                    <a:xfrm>
                      <a:off x="10615159" y="420579"/>
                      <a:ext cx="233839" cy="1437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3839" h="143732" extrusionOk="0">
                          <a:moveTo>
                            <a:pt x="232862" y="49931"/>
                          </a:moveTo>
                          <a:cubicBezTo>
                            <a:pt x="225649" y="18183"/>
                            <a:pt x="179191" y="0"/>
                            <a:pt x="105610" y="0"/>
                          </a:cubicBezTo>
                          <a:cubicBezTo>
                            <a:pt x="73004" y="0"/>
                            <a:pt x="36646" y="3752"/>
                            <a:pt x="0" y="10968"/>
                          </a:cubicBezTo>
                          <a:cubicBezTo>
                            <a:pt x="8080" y="13854"/>
                            <a:pt x="16159" y="17029"/>
                            <a:pt x="24238" y="20492"/>
                          </a:cubicBezTo>
                          <a:cubicBezTo>
                            <a:pt x="52517" y="15874"/>
                            <a:pt x="80218" y="13565"/>
                            <a:pt x="105610" y="13565"/>
                          </a:cubicBezTo>
                          <a:cubicBezTo>
                            <a:pt x="170246" y="13565"/>
                            <a:pt x="213818" y="28573"/>
                            <a:pt x="219300" y="52817"/>
                          </a:cubicBezTo>
                          <a:cubicBezTo>
                            <a:pt x="223629" y="71289"/>
                            <a:pt x="205161" y="95533"/>
                            <a:pt x="168804" y="118911"/>
                          </a:cubicBezTo>
                          <a:cubicBezTo>
                            <a:pt x="162455" y="122952"/>
                            <a:pt x="155819" y="126704"/>
                            <a:pt x="148893" y="130456"/>
                          </a:cubicBezTo>
                          <a:cubicBezTo>
                            <a:pt x="150625" y="135074"/>
                            <a:pt x="152068" y="139403"/>
                            <a:pt x="153222" y="143733"/>
                          </a:cubicBezTo>
                          <a:cubicBezTo>
                            <a:pt x="161301" y="139403"/>
                            <a:pt x="169092" y="134785"/>
                            <a:pt x="176306" y="130456"/>
                          </a:cubicBezTo>
                          <a:cubicBezTo>
                            <a:pt x="218723" y="103615"/>
                            <a:pt x="238633" y="74753"/>
                            <a:pt x="232862" y="49931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</p:grpSp>
            <p:sp>
              <p:nvSpPr>
                <p:cNvPr id="175" name="Google Shape;175;p49"/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78" h="76195" extrusionOk="0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  <p:grpSp>
            <p:nvGrpSpPr>
              <p:cNvPr id="176" name="Google Shape;176;p49"/>
              <p:cNvGrpSpPr/>
              <p:nvPr/>
            </p:nvGrpSpPr>
            <p:grpSpPr>
              <a:xfrm>
                <a:off x="10534652" y="276558"/>
                <a:ext cx="236032" cy="179521"/>
                <a:chOff x="10534652" y="276558"/>
                <a:chExt cx="236032" cy="179521"/>
              </a:xfrm>
            </p:grpSpPr>
            <p:sp>
              <p:nvSpPr>
                <p:cNvPr id="177" name="Google Shape;177;p49"/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72" h="31459" extrusionOk="0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178" name="Google Shape;178;p49"/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619" h="152968" extrusionOk="0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</p:grpSp>
        <p:grpSp>
          <p:nvGrpSpPr>
            <p:cNvPr id="179" name="Google Shape;179;p49"/>
            <p:cNvGrpSpPr/>
            <p:nvPr/>
          </p:nvGrpSpPr>
          <p:grpSpPr>
            <a:xfrm>
              <a:off x="10697974" y="665040"/>
              <a:ext cx="904612" cy="211558"/>
              <a:chOff x="10697974" y="665040"/>
              <a:chExt cx="904612" cy="211558"/>
            </a:xfrm>
          </p:grpSpPr>
          <p:sp>
            <p:nvSpPr>
              <p:cNvPr id="180" name="Google Shape;180;p49"/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207469" h="211558" extrusionOk="0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1" name="Google Shape;181;p49"/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1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2" name="Google Shape;182;p49"/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0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83" name="Google Shape;183;p49"/>
            <p:cNvGrpSpPr/>
            <p:nvPr/>
          </p:nvGrpSpPr>
          <p:grpSpPr>
            <a:xfrm>
              <a:off x="11254015" y="502836"/>
              <a:ext cx="378869" cy="92070"/>
              <a:chOff x="11254015" y="502836"/>
              <a:chExt cx="378869" cy="92070"/>
            </a:xfrm>
          </p:grpSpPr>
          <p:sp>
            <p:nvSpPr>
              <p:cNvPr id="184" name="Google Shape;184;p49"/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6466" h="92069" extrusionOk="0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5" name="Google Shape;185;p49"/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7332" h="92069" extrusionOk="0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6" name="Google Shape;186;p49"/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/>
                <a:ahLst/>
                <a:cxnLst/>
                <a:rect l="l" t="t" r="r" b="b"/>
                <a:pathLst>
                  <a:path w="77620" h="91781" extrusionOk="0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7" name="Google Shape;187;p49"/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92913" h="92069" extrusionOk="0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188" name="Google Shape;188;p49"/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/>
              <a:ahLst/>
              <a:cxnLst/>
              <a:rect l="l" t="t" r="r" b="b"/>
              <a:pathLst>
                <a:path w="318274" h="210981" extrusionOk="0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Шапка с логотипом без коня (белая)">
  <p:cSld name="1_Шапка с логотипом без коня (белая)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0"/>
          <p:cNvSpPr/>
          <p:nvPr/>
        </p:nvSpPr>
        <p:spPr>
          <a:xfrm>
            <a:off x="-1" y="-2"/>
            <a:ext cx="4172990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50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2549388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2" name="Google Shape;192;p50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50"/>
          <p:cNvSpPr txBox="1">
            <a:spLocks noGrp="1"/>
          </p:cNvSpPr>
          <p:nvPr>
            <p:ph type="body" idx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94" name="Google Shape;194;p50"/>
          <p:cNvSpPr txBox="1">
            <a:spLocks noGrp="1"/>
          </p:cNvSpPr>
          <p:nvPr>
            <p:ph type="body" idx="2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195" name="Google Shape;195;p50"/>
          <p:cNvGrpSpPr/>
          <p:nvPr/>
        </p:nvGrpSpPr>
        <p:grpSpPr>
          <a:xfrm>
            <a:off x="10376966" y="276558"/>
            <a:ext cx="1255918" cy="600040"/>
            <a:chOff x="10376966" y="276558"/>
            <a:chExt cx="1255918" cy="600040"/>
          </a:xfrm>
        </p:grpSpPr>
        <p:grpSp>
          <p:nvGrpSpPr>
            <p:cNvPr id="196" name="Google Shape;196;p50"/>
            <p:cNvGrpSpPr/>
            <p:nvPr/>
          </p:nvGrpSpPr>
          <p:grpSpPr>
            <a:xfrm>
              <a:off x="10376966" y="276558"/>
              <a:ext cx="472032" cy="496714"/>
              <a:chOff x="10376966" y="276558"/>
              <a:chExt cx="472032" cy="496714"/>
            </a:xfrm>
          </p:grpSpPr>
          <p:grpSp>
            <p:nvGrpSpPr>
              <p:cNvPr id="197" name="Google Shape;197;p50"/>
              <p:cNvGrpSpPr/>
              <p:nvPr/>
            </p:nvGrpSpPr>
            <p:grpSpPr>
              <a:xfrm>
                <a:off x="10376966" y="413364"/>
                <a:ext cx="472032" cy="359908"/>
                <a:chOff x="10376966" y="413364"/>
                <a:chExt cx="472032" cy="359908"/>
              </a:xfrm>
            </p:grpSpPr>
            <p:grpSp>
              <p:nvGrpSpPr>
                <p:cNvPr id="198" name="Google Shape;198;p50"/>
                <p:cNvGrpSpPr/>
                <p:nvPr/>
              </p:nvGrpSpPr>
              <p:grpSpPr>
                <a:xfrm>
                  <a:off x="10376966" y="413364"/>
                  <a:ext cx="472032" cy="359908"/>
                  <a:chOff x="10376966" y="413364"/>
                  <a:chExt cx="472032" cy="359908"/>
                </a:xfrm>
              </p:grpSpPr>
              <p:grpSp>
                <p:nvGrpSpPr>
                  <p:cNvPr id="199" name="Google Shape;199;p50"/>
                  <p:cNvGrpSpPr/>
                  <p:nvPr/>
                </p:nvGrpSpPr>
                <p:grpSpPr>
                  <a:xfrm>
                    <a:off x="10452557" y="413364"/>
                    <a:ext cx="320303" cy="359908"/>
                    <a:chOff x="10452557" y="413364"/>
                    <a:chExt cx="320303" cy="359908"/>
                  </a:xfrm>
                </p:grpSpPr>
                <p:sp>
                  <p:nvSpPr>
                    <p:cNvPr id="200" name="Google Shape;200;p50"/>
                    <p:cNvSpPr/>
                    <p:nvPr/>
                  </p:nvSpPr>
                  <p:spPr>
                    <a:xfrm>
                      <a:off x="10677775" y="438474"/>
                      <a:ext cx="79063" cy="15267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9063" h="152679" extrusionOk="0">
                          <a:moveTo>
                            <a:pt x="25104" y="134208"/>
                          </a:moveTo>
                          <a:cubicBezTo>
                            <a:pt x="49054" y="88895"/>
                            <a:pt x="67810" y="41273"/>
                            <a:pt x="79064" y="1443"/>
                          </a:cubicBezTo>
                          <a:cubicBezTo>
                            <a:pt x="74735" y="866"/>
                            <a:pt x="70407" y="577"/>
                            <a:pt x="65790" y="0"/>
                          </a:cubicBezTo>
                          <a:cubicBezTo>
                            <a:pt x="54825" y="37521"/>
                            <a:pt x="37223" y="83123"/>
                            <a:pt x="13562" y="128147"/>
                          </a:cubicBezTo>
                          <a:cubicBezTo>
                            <a:pt x="9234" y="136517"/>
                            <a:pt x="4617" y="144599"/>
                            <a:pt x="0" y="152680"/>
                          </a:cubicBezTo>
                          <a:cubicBezTo>
                            <a:pt x="6348" y="150660"/>
                            <a:pt x="12696" y="148351"/>
                            <a:pt x="19045" y="146042"/>
                          </a:cubicBezTo>
                          <a:cubicBezTo>
                            <a:pt x="20776" y="142001"/>
                            <a:pt x="22796" y="137960"/>
                            <a:pt x="25104" y="13420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201" name="Google Shape;201;p50"/>
                    <p:cNvSpPr/>
                    <p:nvPr/>
                  </p:nvSpPr>
                  <p:spPr>
                    <a:xfrm>
                      <a:off x="10466265" y="467913"/>
                      <a:ext cx="77043" cy="1532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7043" h="153257" extrusionOk="0">
                          <a:moveTo>
                            <a:pt x="68387" y="15874"/>
                          </a:moveTo>
                          <a:cubicBezTo>
                            <a:pt x="71273" y="10390"/>
                            <a:pt x="74158" y="5195"/>
                            <a:pt x="77044" y="0"/>
                          </a:cubicBezTo>
                          <a:cubicBezTo>
                            <a:pt x="70695" y="2020"/>
                            <a:pt x="64636" y="4041"/>
                            <a:pt x="58576" y="6061"/>
                          </a:cubicBezTo>
                          <a:cubicBezTo>
                            <a:pt x="57999" y="7215"/>
                            <a:pt x="57134" y="8370"/>
                            <a:pt x="56556" y="9813"/>
                          </a:cubicBezTo>
                          <a:cubicBezTo>
                            <a:pt x="30010" y="60033"/>
                            <a:pt x="10965" y="109098"/>
                            <a:pt x="0" y="152391"/>
                          </a:cubicBezTo>
                          <a:cubicBezTo>
                            <a:pt x="4328" y="152680"/>
                            <a:pt x="8657" y="152969"/>
                            <a:pt x="13273" y="153257"/>
                          </a:cubicBezTo>
                          <a:cubicBezTo>
                            <a:pt x="23950" y="112850"/>
                            <a:pt x="41840" y="65805"/>
                            <a:pt x="68387" y="15874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grpSp>
                  <p:nvGrpSpPr>
                    <p:cNvPr id="202" name="Google Shape;202;p50"/>
                    <p:cNvGrpSpPr/>
                    <p:nvPr/>
                  </p:nvGrpSpPr>
                  <p:grpSpPr>
                    <a:xfrm>
                      <a:off x="10452557" y="413364"/>
                      <a:ext cx="320303" cy="223391"/>
                      <a:chOff x="10452557" y="413364"/>
                      <a:chExt cx="320303" cy="223391"/>
                    </a:xfrm>
                  </p:grpSpPr>
                  <p:sp>
                    <p:nvSpPr>
                      <p:cNvPr id="203" name="Google Shape;203;p50"/>
                      <p:cNvSpPr/>
                      <p:nvPr/>
                    </p:nvSpPr>
                    <p:spPr>
                      <a:xfrm>
                        <a:off x="10503200" y="546706"/>
                        <a:ext cx="161301" cy="8716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61301" h="87163" extrusionOk="0">
                            <a:moveTo>
                              <a:pt x="5771" y="0"/>
                            </a:moveTo>
                            <a:cubicBezTo>
                              <a:pt x="3751" y="4618"/>
                              <a:pt x="1731" y="9236"/>
                              <a:pt x="0" y="13854"/>
                            </a:cubicBezTo>
                            <a:cubicBezTo>
                              <a:pt x="19044" y="30882"/>
                              <a:pt x="42706" y="46756"/>
                              <a:pt x="69830" y="60033"/>
                            </a:cubicBezTo>
                            <a:cubicBezTo>
                              <a:pt x="97819" y="73598"/>
                              <a:pt x="126386" y="82834"/>
                              <a:pt x="153222" y="87163"/>
                            </a:cubicBezTo>
                            <a:cubicBezTo>
                              <a:pt x="156107" y="83123"/>
                              <a:pt x="158704" y="78793"/>
                              <a:pt x="161301" y="74464"/>
                            </a:cubicBezTo>
                            <a:cubicBezTo>
                              <a:pt x="134177" y="71001"/>
                              <a:pt x="104456" y="61765"/>
                              <a:pt x="75601" y="47622"/>
                            </a:cubicBezTo>
                            <a:cubicBezTo>
                              <a:pt x="48477" y="34346"/>
                              <a:pt x="24527" y="17606"/>
                              <a:pt x="5771" y="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  <p:sp>
                    <p:nvSpPr>
                      <p:cNvPr id="204" name="Google Shape;204;p50"/>
                      <p:cNvSpPr/>
                      <p:nvPr/>
                    </p:nvSpPr>
                    <p:spPr>
                      <a:xfrm>
                        <a:off x="10452557" y="413364"/>
                        <a:ext cx="320303" cy="22339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03" h="223391" extrusionOk="0">
                            <a:moveTo>
                              <a:pt x="297068" y="105346"/>
                            </a:moveTo>
                            <a:cubicBezTo>
                              <a:pt x="275426" y="76484"/>
                              <a:pt x="240800" y="49643"/>
                              <a:pt x="200114" y="30016"/>
                            </a:cubicBezTo>
                            <a:cubicBezTo>
                              <a:pt x="160582" y="10679"/>
                              <a:pt x="119319" y="0"/>
                              <a:pt x="83827" y="0"/>
                            </a:cubicBezTo>
                            <a:cubicBezTo>
                              <a:pt x="44584" y="0"/>
                              <a:pt x="16883" y="12699"/>
                              <a:pt x="5341" y="36077"/>
                            </a:cubicBezTo>
                            <a:cubicBezTo>
                              <a:pt x="-8799" y="64939"/>
                              <a:pt x="5918" y="102749"/>
                              <a:pt x="40256" y="137383"/>
                            </a:cubicBezTo>
                            <a:cubicBezTo>
                              <a:pt x="42275" y="132765"/>
                              <a:pt x="44007" y="127859"/>
                              <a:pt x="46027" y="123241"/>
                            </a:cubicBezTo>
                            <a:cubicBezTo>
                              <a:pt x="19191" y="94379"/>
                              <a:pt x="7072" y="63785"/>
                              <a:pt x="17460" y="42138"/>
                            </a:cubicBezTo>
                            <a:cubicBezTo>
                              <a:pt x="26116" y="24244"/>
                              <a:pt x="50355" y="13854"/>
                              <a:pt x="83538" y="13854"/>
                            </a:cubicBezTo>
                            <a:cubicBezTo>
                              <a:pt x="117011" y="13854"/>
                              <a:pt x="156254" y="23955"/>
                              <a:pt x="193766" y="42427"/>
                            </a:cubicBezTo>
                            <a:cubicBezTo>
                              <a:pt x="232432" y="61476"/>
                              <a:pt x="265038" y="86586"/>
                              <a:pt x="285526" y="113716"/>
                            </a:cubicBezTo>
                            <a:cubicBezTo>
                              <a:pt x="304859" y="139403"/>
                              <a:pt x="310918" y="163359"/>
                              <a:pt x="302262" y="181253"/>
                            </a:cubicBezTo>
                            <a:cubicBezTo>
                              <a:pt x="293605" y="199148"/>
                              <a:pt x="269367" y="209538"/>
                              <a:pt x="236183" y="209538"/>
                            </a:cubicBezTo>
                            <a:cubicBezTo>
                              <a:pt x="233009" y="209538"/>
                              <a:pt x="229546" y="209249"/>
                              <a:pt x="226372" y="209249"/>
                            </a:cubicBezTo>
                            <a:cubicBezTo>
                              <a:pt x="223487" y="213579"/>
                              <a:pt x="220890" y="218197"/>
                              <a:pt x="218004" y="222526"/>
                            </a:cubicBezTo>
                            <a:cubicBezTo>
                              <a:pt x="224064" y="223103"/>
                              <a:pt x="230123" y="223392"/>
                              <a:pt x="236183" y="223392"/>
                            </a:cubicBezTo>
                            <a:cubicBezTo>
                              <a:pt x="275426" y="223392"/>
                              <a:pt x="303127" y="210692"/>
                              <a:pt x="314670" y="187314"/>
                            </a:cubicBezTo>
                            <a:cubicBezTo>
                              <a:pt x="326212" y="164513"/>
                              <a:pt x="319863" y="135651"/>
                              <a:pt x="297068" y="105346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endParaRPr>
                      </a:p>
                    </p:txBody>
                  </p:sp>
                </p:grpSp>
                <p:sp>
                  <p:nvSpPr>
                    <p:cNvPr id="205" name="Google Shape;205;p50"/>
                    <p:cNvSpPr/>
                    <p:nvPr/>
                  </p:nvSpPr>
                  <p:spPr>
                    <a:xfrm>
                      <a:off x="10454912" y="602121"/>
                      <a:ext cx="230941" cy="1711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0941" h="171151" extrusionOk="0">
                          <a:moveTo>
                            <a:pt x="211897" y="6350"/>
                          </a:moveTo>
                          <a:cubicBezTo>
                            <a:pt x="157072" y="95245"/>
                            <a:pt x="91282" y="158164"/>
                            <a:pt x="49731" y="158164"/>
                          </a:cubicBezTo>
                          <a:cubicBezTo>
                            <a:pt x="44248" y="158164"/>
                            <a:pt x="39343" y="157009"/>
                            <a:pt x="35014" y="154700"/>
                          </a:cubicBezTo>
                          <a:cubicBezTo>
                            <a:pt x="12507" y="142867"/>
                            <a:pt x="6448" y="96976"/>
                            <a:pt x="21164" y="32325"/>
                          </a:cubicBezTo>
                          <a:cubicBezTo>
                            <a:pt x="16547" y="32037"/>
                            <a:pt x="12219" y="31748"/>
                            <a:pt x="7890" y="31460"/>
                          </a:cubicBezTo>
                          <a:cubicBezTo>
                            <a:pt x="-7114" y="99285"/>
                            <a:pt x="-1055" y="150660"/>
                            <a:pt x="28955" y="166245"/>
                          </a:cubicBezTo>
                          <a:cubicBezTo>
                            <a:pt x="35014" y="169420"/>
                            <a:pt x="42228" y="171152"/>
                            <a:pt x="49731" y="171152"/>
                          </a:cubicBezTo>
                          <a:cubicBezTo>
                            <a:pt x="99073" y="171152"/>
                            <a:pt x="171212" y="102171"/>
                            <a:pt x="230942" y="0"/>
                          </a:cubicBezTo>
                          <a:cubicBezTo>
                            <a:pt x="224882" y="2598"/>
                            <a:pt x="218534" y="4618"/>
                            <a:pt x="211897" y="6350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  <p:grpSp>
                <p:nvGrpSpPr>
                  <p:cNvPr id="206" name="Google Shape;206;p50"/>
                  <p:cNvGrpSpPr/>
                  <p:nvPr/>
                </p:nvGrpSpPr>
                <p:grpSpPr>
                  <a:xfrm>
                    <a:off x="10376966" y="420579"/>
                    <a:ext cx="472032" cy="208672"/>
                    <a:chOff x="10376966" y="420579"/>
                    <a:chExt cx="472032" cy="208672"/>
                  </a:xfrm>
                </p:grpSpPr>
                <p:sp>
                  <p:nvSpPr>
                    <p:cNvPr id="207" name="Google Shape;207;p50"/>
                    <p:cNvSpPr/>
                    <p:nvPr/>
                  </p:nvSpPr>
                  <p:spPr>
                    <a:xfrm>
                      <a:off x="10598134" y="557962"/>
                      <a:ext cx="157550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7550" h="57723" extrusionOk="0">
                          <a:moveTo>
                            <a:pt x="32029" y="42138"/>
                          </a:moveTo>
                          <a:cubicBezTo>
                            <a:pt x="21353" y="44736"/>
                            <a:pt x="10676" y="46756"/>
                            <a:pt x="0" y="48777"/>
                          </a:cubicBezTo>
                          <a:cubicBezTo>
                            <a:pt x="8657" y="52240"/>
                            <a:pt x="17025" y="55126"/>
                            <a:pt x="25393" y="57724"/>
                          </a:cubicBezTo>
                          <a:cubicBezTo>
                            <a:pt x="28567" y="57147"/>
                            <a:pt x="31741" y="56281"/>
                            <a:pt x="34915" y="55704"/>
                          </a:cubicBezTo>
                          <a:cubicBezTo>
                            <a:pt x="80218" y="45313"/>
                            <a:pt x="122346" y="30594"/>
                            <a:pt x="157550" y="13276"/>
                          </a:cubicBezTo>
                          <a:cubicBezTo>
                            <a:pt x="156684" y="8947"/>
                            <a:pt x="155530" y="4618"/>
                            <a:pt x="153799" y="0"/>
                          </a:cubicBezTo>
                          <a:cubicBezTo>
                            <a:pt x="119461" y="17029"/>
                            <a:pt x="77332" y="31748"/>
                            <a:pt x="32029" y="42138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208" name="Google Shape;208;p50"/>
                    <p:cNvSpPr/>
                    <p:nvPr/>
                  </p:nvSpPr>
                  <p:spPr>
                    <a:xfrm>
                      <a:off x="10464534" y="437319"/>
                      <a:ext cx="149759" cy="577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9759" h="57723" extrusionOk="0">
                          <a:moveTo>
                            <a:pt x="0" y="44159"/>
                          </a:moveTo>
                          <a:cubicBezTo>
                            <a:pt x="577" y="48488"/>
                            <a:pt x="1731" y="53106"/>
                            <a:pt x="3174" y="57724"/>
                          </a:cubicBezTo>
                          <a:cubicBezTo>
                            <a:pt x="36646" y="40407"/>
                            <a:pt x="79929" y="24244"/>
                            <a:pt x="131003" y="12411"/>
                          </a:cubicBezTo>
                          <a:cubicBezTo>
                            <a:pt x="137351" y="10968"/>
                            <a:pt x="143411" y="9524"/>
                            <a:pt x="149759" y="8370"/>
                          </a:cubicBezTo>
                          <a:cubicBezTo>
                            <a:pt x="140814" y="5195"/>
                            <a:pt x="132157" y="2309"/>
                            <a:pt x="123501" y="0"/>
                          </a:cubicBezTo>
                          <a:cubicBezTo>
                            <a:pt x="76178" y="11545"/>
                            <a:pt x="34049" y="26842"/>
                            <a:pt x="0" y="44159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209" name="Google Shape;209;p50"/>
                    <p:cNvSpPr/>
                    <p:nvPr/>
                  </p:nvSpPr>
                  <p:spPr>
                    <a:xfrm>
                      <a:off x="10376966" y="488405"/>
                      <a:ext cx="220302" cy="1408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0302" h="140846" extrusionOk="0">
                          <a:moveTo>
                            <a:pt x="196064" y="122375"/>
                          </a:moveTo>
                          <a:cubicBezTo>
                            <a:pt x="172403" y="125550"/>
                            <a:pt x="149318" y="127281"/>
                            <a:pt x="127966" y="127281"/>
                          </a:cubicBezTo>
                          <a:cubicBezTo>
                            <a:pt x="63330" y="127281"/>
                            <a:pt x="19758" y="112273"/>
                            <a:pt x="14276" y="88029"/>
                          </a:cubicBezTo>
                          <a:cubicBezTo>
                            <a:pt x="9659" y="67537"/>
                            <a:pt x="33320" y="39541"/>
                            <a:pt x="78623" y="13565"/>
                          </a:cubicBezTo>
                          <a:cubicBezTo>
                            <a:pt x="76892" y="8947"/>
                            <a:pt x="75737" y="4618"/>
                            <a:pt x="74872" y="0"/>
                          </a:cubicBezTo>
                          <a:cubicBezTo>
                            <a:pt x="23509" y="28862"/>
                            <a:pt x="-5923" y="62053"/>
                            <a:pt x="1002" y="90915"/>
                          </a:cubicBezTo>
                          <a:cubicBezTo>
                            <a:pt x="8505" y="122663"/>
                            <a:pt x="54673" y="140846"/>
                            <a:pt x="128254" y="140846"/>
                          </a:cubicBezTo>
                          <a:cubicBezTo>
                            <a:pt x="156821" y="140846"/>
                            <a:pt x="188273" y="137960"/>
                            <a:pt x="220303" y="132476"/>
                          </a:cubicBezTo>
                          <a:cubicBezTo>
                            <a:pt x="211934" y="129590"/>
                            <a:pt x="203855" y="126127"/>
                            <a:pt x="196064" y="122375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  <p:sp>
                  <p:nvSpPr>
                    <p:cNvPr id="210" name="Google Shape;210;p50"/>
                    <p:cNvSpPr/>
                    <p:nvPr/>
                  </p:nvSpPr>
                  <p:spPr>
                    <a:xfrm>
                      <a:off x="10615159" y="420579"/>
                      <a:ext cx="233839" cy="1437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3839" h="143732" extrusionOk="0">
                          <a:moveTo>
                            <a:pt x="232862" y="49931"/>
                          </a:moveTo>
                          <a:cubicBezTo>
                            <a:pt x="225649" y="18183"/>
                            <a:pt x="179191" y="0"/>
                            <a:pt x="105610" y="0"/>
                          </a:cubicBezTo>
                          <a:cubicBezTo>
                            <a:pt x="73004" y="0"/>
                            <a:pt x="36646" y="3752"/>
                            <a:pt x="0" y="10968"/>
                          </a:cubicBezTo>
                          <a:cubicBezTo>
                            <a:pt x="8080" y="13854"/>
                            <a:pt x="16159" y="17029"/>
                            <a:pt x="24238" y="20492"/>
                          </a:cubicBezTo>
                          <a:cubicBezTo>
                            <a:pt x="52517" y="15874"/>
                            <a:pt x="80218" y="13565"/>
                            <a:pt x="105610" y="13565"/>
                          </a:cubicBezTo>
                          <a:cubicBezTo>
                            <a:pt x="170246" y="13565"/>
                            <a:pt x="213818" y="28573"/>
                            <a:pt x="219300" y="52817"/>
                          </a:cubicBezTo>
                          <a:cubicBezTo>
                            <a:pt x="223629" y="71289"/>
                            <a:pt x="205161" y="95533"/>
                            <a:pt x="168804" y="118911"/>
                          </a:cubicBezTo>
                          <a:cubicBezTo>
                            <a:pt x="162455" y="122952"/>
                            <a:pt x="155819" y="126704"/>
                            <a:pt x="148893" y="130456"/>
                          </a:cubicBezTo>
                          <a:cubicBezTo>
                            <a:pt x="150625" y="135074"/>
                            <a:pt x="152068" y="139403"/>
                            <a:pt x="153222" y="143733"/>
                          </a:cubicBezTo>
                          <a:cubicBezTo>
                            <a:pt x="161301" y="139403"/>
                            <a:pt x="169092" y="134785"/>
                            <a:pt x="176306" y="130456"/>
                          </a:cubicBezTo>
                          <a:cubicBezTo>
                            <a:pt x="218723" y="103615"/>
                            <a:pt x="238633" y="74753"/>
                            <a:pt x="232862" y="49931"/>
                          </a:cubicBezTo>
                          <a:close/>
                        </a:path>
                      </a:pathLst>
                    </a:custGeom>
                    <a:solidFill>
                      <a:srgbClr val="0061AF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p:txBody>
                </p:sp>
              </p:grpSp>
            </p:grpSp>
            <p:sp>
              <p:nvSpPr>
                <p:cNvPr id="211" name="Google Shape;211;p50"/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78" h="76195" extrusionOk="0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  <p:grpSp>
            <p:nvGrpSpPr>
              <p:cNvPr id="212" name="Google Shape;212;p50"/>
              <p:cNvGrpSpPr/>
              <p:nvPr/>
            </p:nvGrpSpPr>
            <p:grpSpPr>
              <a:xfrm>
                <a:off x="10534652" y="276558"/>
                <a:ext cx="236032" cy="179521"/>
                <a:chOff x="10534652" y="276558"/>
                <a:chExt cx="236032" cy="179521"/>
              </a:xfrm>
            </p:grpSpPr>
            <p:sp>
              <p:nvSpPr>
                <p:cNvPr id="213" name="Google Shape;213;p50"/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72" h="31459" extrusionOk="0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214" name="Google Shape;214;p50"/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619" h="152968" extrusionOk="0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</p:grpSp>
        </p:grpSp>
        <p:grpSp>
          <p:nvGrpSpPr>
            <p:cNvPr id="215" name="Google Shape;215;p50"/>
            <p:cNvGrpSpPr/>
            <p:nvPr/>
          </p:nvGrpSpPr>
          <p:grpSpPr>
            <a:xfrm>
              <a:off x="10697974" y="665040"/>
              <a:ext cx="904612" cy="211558"/>
              <a:chOff x="10697974" y="665040"/>
              <a:chExt cx="904612" cy="211558"/>
            </a:xfrm>
          </p:grpSpPr>
          <p:sp>
            <p:nvSpPr>
              <p:cNvPr id="216" name="Google Shape;216;p50"/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207469" h="211558" extrusionOk="0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17" name="Google Shape;217;p50"/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1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18" name="Google Shape;218;p50"/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/>
                <a:ahLst/>
                <a:cxnLst/>
                <a:rect l="l" t="t" r="r" b="b"/>
                <a:pathLst>
                  <a:path w="163320" h="211558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219" name="Google Shape;219;p50"/>
            <p:cNvGrpSpPr/>
            <p:nvPr/>
          </p:nvGrpSpPr>
          <p:grpSpPr>
            <a:xfrm>
              <a:off x="11254015" y="502836"/>
              <a:ext cx="378869" cy="92070"/>
              <a:chOff x="11254015" y="502836"/>
              <a:chExt cx="378869" cy="92070"/>
            </a:xfrm>
          </p:grpSpPr>
          <p:sp>
            <p:nvSpPr>
              <p:cNvPr id="220" name="Google Shape;220;p50"/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6466" h="92069" extrusionOk="0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21" name="Google Shape;221;p50"/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77332" h="92069" extrusionOk="0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22" name="Google Shape;222;p50"/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/>
                <a:ahLst/>
                <a:cxnLst/>
                <a:rect l="l" t="t" r="r" b="b"/>
                <a:pathLst>
                  <a:path w="77620" h="91781" extrusionOk="0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23" name="Google Shape;223;p50"/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/>
                <a:ahLst/>
                <a:cxnLst/>
                <a:rect l="l" t="t" r="r" b="b"/>
                <a:pathLst>
                  <a:path w="92913" h="92069" extrusionOk="0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224" name="Google Shape;224;p50"/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/>
              <a:ahLst/>
              <a:cxnLst/>
              <a:rect l="l" t="t" r="r" b="b"/>
              <a:pathLst>
                <a:path w="318274" h="210981" extrusionOk="0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Шапка с атомом">
  <p:cSld name="Шапка с атомом"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74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3" name="Google Shape;993;p74"/>
          <p:cNvSpPr/>
          <p:nvPr/>
        </p:nvSpPr>
        <p:spPr>
          <a:xfrm>
            <a:off x="-1" y="-1"/>
            <a:ext cx="12192001" cy="12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55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94" name="Google Shape;994;p74"/>
          <p:cNvPicPr preferRelativeResize="0"/>
          <p:nvPr/>
        </p:nvPicPr>
        <p:blipFill rotWithShape="1">
          <a:blip r:embed="rId2">
            <a:alphaModFix/>
          </a:blip>
          <a:srcRect t="23654" b="46857"/>
          <a:stretch/>
        </p:blipFill>
        <p:spPr>
          <a:xfrm>
            <a:off x="8040340" y="-1"/>
            <a:ext cx="4151660" cy="1223999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74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1108156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96" name="Google Shape;996;p74"/>
          <p:cNvSpPr txBox="1">
            <a:spLocks noGrp="1"/>
          </p:cNvSpPr>
          <p:nvPr>
            <p:ph type="body" idx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97" name="Google Shape;997;p74"/>
          <p:cNvSpPr txBox="1">
            <a:spLocks noGrp="1"/>
          </p:cNvSpPr>
          <p:nvPr>
            <p:ph type="body" idx="2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ото фон">
  <p:cSld name="Фото фон"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75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400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400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0" name="Google Shape;1000;p75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4" r:id="rId3"/>
    <p:sldLayoutId id="2147483678" r:id="rId4"/>
    <p:sldLayoutId id="2147483679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91">
          <p15:clr>
            <a:srgbClr val="F26B43"/>
          </p15:clr>
        </p15:guide>
        <p15:guide id="4" orient="horz" pos="4065">
          <p15:clr>
            <a:srgbClr val="F26B43"/>
          </p15:clr>
        </p15:guide>
        <p15:guide id="5" pos="347">
          <p15:clr>
            <a:srgbClr val="F26B43"/>
          </p15:clr>
        </p15:guide>
        <p15:guide id="6" pos="733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+6ZjYcy76wsY1MTF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2"/>
          <p:cNvSpPr txBox="1">
            <a:spLocks noGrp="1"/>
          </p:cNvSpPr>
          <p:nvPr>
            <p:ph type="body" idx="1"/>
          </p:nvPr>
        </p:nvSpPr>
        <p:spPr>
          <a:xfrm>
            <a:off x="560194" y="5233399"/>
            <a:ext cx="7349686" cy="1355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8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Некрасов Константин Олегович</a:t>
            </a: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80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Директор по разработке ML-моделей  </a:t>
            </a: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80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АО «Газпромбанк»</a:t>
            </a:r>
            <a:endParaRPr lang="en-US" sz="180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80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Блог: </a:t>
            </a:r>
            <a:r>
              <a:rPr lang="en-US" sz="1800" i="0" u="none" strike="noStrike" cap="none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Labalgo</a:t>
            </a:r>
            <a:endParaRPr lang="en-US" sz="1800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5" name="Google Shape;1015;p2"/>
          <p:cNvSpPr txBox="1">
            <a:spLocks noGrp="1"/>
          </p:cNvSpPr>
          <p:nvPr>
            <p:ph type="body" idx="2"/>
          </p:nvPr>
        </p:nvSpPr>
        <p:spPr>
          <a:xfrm>
            <a:off x="560193" y="3890246"/>
            <a:ext cx="614753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ru-RU" dirty="0"/>
              <a:t>Цель и задачи исследования</a:t>
            </a:r>
          </a:p>
        </p:txBody>
      </p:sp>
      <p:sp>
        <p:nvSpPr>
          <p:cNvPr id="1016" name="Google Shape;1016;p2"/>
          <p:cNvSpPr txBox="1">
            <a:spLocks noGrp="1"/>
          </p:cNvSpPr>
          <p:nvPr>
            <p:ph type="body" idx="3"/>
          </p:nvPr>
        </p:nvSpPr>
        <p:spPr>
          <a:xfrm>
            <a:off x="560195" y="3105834"/>
            <a:ext cx="553580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ru-RU" dirty="0"/>
              <a:t>НИР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Google Shape;1060;p6"/>
          <p:cNvPicPr preferRelativeResize="0"/>
          <p:nvPr/>
        </p:nvPicPr>
        <p:blipFill rotWithShape="1">
          <a:blip r:embed="rId3">
            <a:alphaModFix amt="45000"/>
          </a:blip>
          <a:srcRect l="38538" b="28686"/>
          <a:stretch/>
        </p:blipFill>
        <p:spPr>
          <a:xfrm>
            <a:off x="0" y="2683359"/>
            <a:ext cx="3424263" cy="4174641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6"/>
          <p:cNvSpPr txBox="1"/>
          <p:nvPr/>
        </p:nvSpPr>
        <p:spPr>
          <a:xfrm>
            <a:off x="3548552" y="759532"/>
            <a:ext cx="689367" cy="87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</a:pPr>
            <a:r>
              <a:rPr lang="ru-RU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sz="36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2" name="Google Shape;1062;p6"/>
          <p:cNvSpPr txBox="1"/>
          <p:nvPr/>
        </p:nvSpPr>
        <p:spPr>
          <a:xfrm>
            <a:off x="4362208" y="1190812"/>
            <a:ext cx="489685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"/>
              <a:buNone/>
            </a:pPr>
            <a:r>
              <a:rPr lang="ru-RU" sz="1600" b="1" dirty="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Целеполагание</a:t>
            </a:r>
            <a:endParaRPr lang="ru-RU" dirty="0"/>
          </a:p>
        </p:txBody>
      </p:sp>
      <p:sp>
        <p:nvSpPr>
          <p:cNvPr id="1063" name="Google Shape;1063;p6"/>
          <p:cNvSpPr txBox="1"/>
          <p:nvPr/>
        </p:nvSpPr>
        <p:spPr>
          <a:xfrm>
            <a:off x="3548552" y="1494445"/>
            <a:ext cx="689367" cy="87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</a:pPr>
            <a:r>
              <a:rPr lang="ru-RU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36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4" name="Google Shape;1064;p6"/>
          <p:cNvSpPr txBox="1"/>
          <p:nvPr/>
        </p:nvSpPr>
        <p:spPr>
          <a:xfrm>
            <a:off x="4362208" y="1925725"/>
            <a:ext cx="489685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"/>
              <a:buNone/>
            </a:pPr>
            <a:r>
              <a:rPr lang="ru-RU" sz="1600" b="1" dirty="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Формулировка цели из темы и актуальности</a:t>
            </a:r>
            <a:endParaRPr lang="ru-RU" dirty="0"/>
          </a:p>
        </p:txBody>
      </p:sp>
      <p:sp>
        <p:nvSpPr>
          <p:cNvPr id="1065" name="Google Shape;1065;p6"/>
          <p:cNvSpPr txBox="1"/>
          <p:nvPr/>
        </p:nvSpPr>
        <p:spPr>
          <a:xfrm>
            <a:off x="3548552" y="2229358"/>
            <a:ext cx="689367" cy="87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</a:pPr>
            <a:r>
              <a:rPr lang="ru-RU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id="1066" name="Google Shape;1066;p6"/>
          <p:cNvSpPr txBox="1"/>
          <p:nvPr/>
        </p:nvSpPr>
        <p:spPr>
          <a:xfrm>
            <a:off x="4362208" y="2660638"/>
            <a:ext cx="489685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"/>
              <a:buNone/>
            </a:pPr>
            <a:r>
              <a:rPr lang="ru-RU" sz="1600" b="1" dirty="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Формулировка задач исследования</a:t>
            </a:r>
            <a:endParaRPr lang="ru-RU" dirty="0"/>
          </a:p>
        </p:txBody>
      </p:sp>
      <p:sp>
        <p:nvSpPr>
          <p:cNvPr id="1067" name="Google Shape;1067;p6"/>
          <p:cNvSpPr txBox="1"/>
          <p:nvPr/>
        </p:nvSpPr>
        <p:spPr>
          <a:xfrm>
            <a:off x="3548552" y="2964271"/>
            <a:ext cx="689367" cy="87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</a:pPr>
            <a:r>
              <a:rPr lang="ru-RU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sp>
        <p:nvSpPr>
          <p:cNvPr id="1068" name="Google Shape;1068;p6"/>
          <p:cNvSpPr txBox="1"/>
          <p:nvPr/>
        </p:nvSpPr>
        <p:spPr>
          <a:xfrm>
            <a:off x="4362208" y="3395551"/>
            <a:ext cx="489685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"/>
              <a:buNone/>
            </a:pPr>
            <a:r>
              <a:rPr lang="ru-RU" sz="1600" b="1" dirty="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Связь задач с целями</a:t>
            </a:r>
            <a:endParaRPr lang="ru-RU" dirty="0"/>
          </a:p>
        </p:txBody>
      </p:sp>
      <p:sp>
        <p:nvSpPr>
          <p:cNvPr id="1075" name="Google Shape;1075;p6"/>
          <p:cNvSpPr txBox="1"/>
          <p:nvPr/>
        </p:nvSpPr>
        <p:spPr>
          <a:xfrm>
            <a:off x="559572" y="359101"/>
            <a:ext cx="306676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sz="2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План занятия</a:t>
            </a:r>
            <a:endParaRPr sz="28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1069;p6">
            <a:extLst>
              <a:ext uri="{FF2B5EF4-FFF2-40B4-BE49-F238E27FC236}">
                <a16:creationId xmlns:a16="http://schemas.microsoft.com/office/drawing/2014/main" id="{73271ECF-7646-4C26-BC90-C0881291D104}"/>
              </a:ext>
            </a:extLst>
          </p:cNvPr>
          <p:cNvSpPr txBox="1"/>
          <p:nvPr/>
        </p:nvSpPr>
        <p:spPr>
          <a:xfrm>
            <a:off x="3548552" y="3680765"/>
            <a:ext cx="689367" cy="87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Montserrat"/>
              <a:buNone/>
            </a:pPr>
            <a:r>
              <a:rPr lang="ru-RU" sz="3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sz="36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Google Shape;1070;p6">
            <a:extLst>
              <a:ext uri="{FF2B5EF4-FFF2-40B4-BE49-F238E27FC236}">
                <a16:creationId xmlns:a16="http://schemas.microsoft.com/office/drawing/2014/main" id="{6EB32A69-0BCD-4B28-BB7B-9D3872387059}"/>
              </a:ext>
            </a:extLst>
          </p:cNvPr>
          <p:cNvSpPr txBox="1"/>
          <p:nvPr/>
        </p:nvSpPr>
        <p:spPr>
          <a:xfrm>
            <a:off x="4362208" y="4112045"/>
            <a:ext cx="489685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"/>
              <a:buNone/>
            </a:pPr>
            <a:r>
              <a:rPr lang="en-US" sz="1600" b="1" dirty="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SMART </a:t>
            </a:r>
            <a:r>
              <a:rPr lang="ru-RU" sz="1600" b="1" dirty="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для проверки цели</a:t>
            </a:r>
            <a:endParaRPr lang="ru-RU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"/>
          <p:cNvSpPr txBox="1">
            <a:spLocks noGrp="1"/>
          </p:cNvSpPr>
          <p:nvPr>
            <p:ph type="title"/>
          </p:nvPr>
        </p:nvSpPr>
        <p:spPr>
          <a:xfrm>
            <a:off x="559571" y="359101"/>
            <a:ext cx="3321833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dirty="0"/>
              <a:t>01. Целеполагание</a:t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3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/>
              <a:t>Что такое цель?</a:t>
            </a:r>
            <a:endParaRPr dirty="0"/>
          </a:p>
        </p:txBody>
      </p:sp>
      <p:sp>
        <p:nvSpPr>
          <p:cNvPr id="1127" name="Google Shape;1127;p13"/>
          <p:cNvSpPr txBox="1">
            <a:spLocks noGrp="1"/>
          </p:cNvSpPr>
          <p:nvPr>
            <p:ph type="body" idx="2"/>
          </p:nvPr>
        </p:nvSpPr>
        <p:spPr>
          <a:xfrm>
            <a:off x="577987" y="2025369"/>
            <a:ext cx="458153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ru-RU" b="1" dirty="0"/>
              <a:t>Цель</a:t>
            </a:r>
            <a:r>
              <a:rPr lang="ru-RU" dirty="0"/>
              <a:t> - это итоговый результат, который планируется получить в ходе работы, отвечающий на вопрос: «Зачем проводится исследование и к какому выводу нужно прийти?» </a:t>
            </a:r>
          </a:p>
        </p:txBody>
      </p:sp>
      <p:pic>
        <p:nvPicPr>
          <p:cNvPr id="1026" name="Picture 2" descr="Цели и задачи проекта | Статьи НИПКЭФ">
            <a:extLst>
              <a:ext uri="{FF2B5EF4-FFF2-40B4-BE49-F238E27FC236}">
                <a16:creationId xmlns:a16="http://schemas.microsoft.com/office/drawing/2014/main" id="{577CF033-0361-4D05-8165-9E0E49E86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8258" y="1614057"/>
            <a:ext cx="5720040" cy="381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0868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3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/>
              <a:t>Пример постановки цели</a:t>
            </a:r>
            <a:endParaRPr dirty="0"/>
          </a:p>
        </p:txBody>
      </p:sp>
      <p:sp>
        <p:nvSpPr>
          <p:cNvPr id="1127" name="Google Shape;1127;p13"/>
          <p:cNvSpPr txBox="1">
            <a:spLocks noGrp="1"/>
          </p:cNvSpPr>
          <p:nvPr>
            <p:ph type="body" idx="2"/>
          </p:nvPr>
        </p:nvSpPr>
        <p:spPr>
          <a:xfrm>
            <a:off x="577987" y="2025369"/>
            <a:ext cx="4581530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ru-RU" b="1" dirty="0"/>
              <a:t>Слабая цель: </a:t>
            </a:r>
            <a:r>
              <a:rPr lang="ru-RU" dirty="0"/>
              <a:t>«Изучить методы обнаружения фишинговых сообщений».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endParaRPr lang="ru-RU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ru-RU" dirty="0"/>
              <a:t>Более </a:t>
            </a:r>
            <a:r>
              <a:rPr lang="ru-RU" b="1" dirty="0"/>
              <a:t>сильная формулировка:</a:t>
            </a:r>
            <a:r>
              <a:rPr lang="ru-RU" dirty="0"/>
              <a:t> «Сравнить методы обнаружения фишинговых сообщений, сгенерированных большими языковыми моделями, и определить условия, при которых они сохраняют качество детектирования». Во втором случае понятен ожидаемый исследовательский результат.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89E665D-BF04-41F8-880A-5E74C8A3B35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7114" y="1730439"/>
            <a:ext cx="4104988" cy="38646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2105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3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/>
              <a:t>Пример постановки цели</a:t>
            </a:r>
            <a:endParaRPr dirty="0"/>
          </a:p>
        </p:txBody>
      </p:sp>
      <p:sp>
        <p:nvSpPr>
          <p:cNvPr id="1127" name="Google Shape;1127;p13"/>
          <p:cNvSpPr txBox="1">
            <a:spLocks noGrp="1"/>
          </p:cNvSpPr>
          <p:nvPr>
            <p:ph type="body" idx="2"/>
          </p:nvPr>
        </p:nvSpPr>
        <p:spPr>
          <a:xfrm>
            <a:off x="577987" y="2025369"/>
            <a:ext cx="4581530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ru-RU" dirty="0"/>
              <a:t>Например, тема связана с веб-приложением для анализа эмоционального состояния партнеров. Формулировка «</a:t>
            </a:r>
            <a:r>
              <a:rPr lang="ru-RU" i="1" dirty="0"/>
              <a:t>разработать веб-приложение</a:t>
            </a:r>
            <a:r>
              <a:rPr lang="ru-RU" dirty="0"/>
              <a:t>» описывает продукт.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endParaRPr lang="ru-RU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ru-RU" b="1" dirty="0"/>
              <a:t>Исследовательская цель</a:t>
            </a:r>
            <a:r>
              <a:rPr lang="ru-RU" dirty="0"/>
              <a:t> может звучать так: «</a:t>
            </a:r>
            <a:r>
              <a:rPr lang="ru-RU" i="1" dirty="0"/>
              <a:t>Разработать и апробировать способ визуализации изменений эмоционального состояния партнеров в веб-приложении и оценить, помогает ли он точнее интерпретировать повторяющиеся изменения в коммуникации</a:t>
            </a:r>
            <a:r>
              <a:rPr lang="ru-RU" dirty="0"/>
              <a:t>».</a:t>
            </a:r>
          </a:p>
        </p:txBody>
      </p:sp>
      <p:pic>
        <p:nvPicPr>
          <p:cNvPr id="2052" name="Picture 4" descr="Изображения «Цель проекта» — бесплатное скачивание на Magnific (ранее  Freepik)">
            <a:extLst>
              <a:ext uri="{FF2B5EF4-FFF2-40B4-BE49-F238E27FC236}">
                <a16:creationId xmlns:a16="http://schemas.microsoft.com/office/drawing/2014/main" id="{7F4AFC26-4CF5-4866-A74C-8AF30E87B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0119" y="938964"/>
            <a:ext cx="5502386" cy="5502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500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"/>
          <p:cNvSpPr txBox="1">
            <a:spLocks noGrp="1"/>
          </p:cNvSpPr>
          <p:nvPr>
            <p:ph type="title"/>
          </p:nvPr>
        </p:nvSpPr>
        <p:spPr>
          <a:xfrm>
            <a:off x="559571" y="359101"/>
            <a:ext cx="3181155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dirty="0"/>
              <a:t>02. Формулировка цели из темы и актуальности</a:t>
            </a:r>
          </a:p>
        </p:txBody>
      </p:sp>
    </p:spTree>
    <p:extLst>
      <p:ext uri="{BB962C8B-B14F-4D97-AF65-F5344CB8AC3E}">
        <p14:creationId xmlns:p14="http://schemas.microsoft.com/office/powerpoint/2010/main" val="83539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3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/>
              <a:t>Формула</a:t>
            </a:r>
            <a:endParaRPr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FC9D1066-0183-4C91-922B-288AFB8326D1}"/>
              </a:ext>
            </a:extLst>
          </p:cNvPr>
          <p:cNvSpPr/>
          <p:nvPr/>
        </p:nvSpPr>
        <p:spPr>
          <a:xfrm>
            <a:off x="2238042" y="2834321"/>
            <a:ext cx="1924716" cy="5946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Глагол действие</a:t>
            </a:r>
          </a:p>
        </p:txBody>
      </p:sp>
      <p:sp>
        <p:nvSpPr>
          <p:cNvPr id="5" name="Крест 4">
            <a:extLst>
              <a:ext uri="{FF2B5EF4-FFF2-40B4-BE49-F238E27FC236}">
                <a16:creationId xmlns:a16="http://schemas.microsoft.com/office/drawing/2014/main" id="{E7B0C1EE-1B7E-42E5-B51A-A0789AA375CC}"/>
              </a:ext>
            </a:extLst>
          </p:cNvPr>
          <p:cNvSpPr/>
          <p:nvPr/>
        </p:nvSpPr>
        <p:spPr>
          <a:xfrm>
            <a:off x="4348195" y="2952616"/>
            <a:ext cx="358087" cy="358087"/>
          </a:xfrm>
          <a:prstGeom prst="plus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7A898B42-F65F-4FCC-93D1-5B4C6D7B2BAF}"/>
              </a:ext>
            </a:extLst>
          </p:cNvPr>
          <p:cNvSpPr/>
          <p:nvPr/>
        </p:nvSpPr>
        <p:spPr>
          <a:xfrm>
            <a:off x="4891719" y="2834321"/>
            <a:ext cx="1924716" cy="5946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Объект исследования</a:t>
            </a:r>
          </a:p>
        </p:txBody>
      </p:sp>
      <p:sp>
        <p:nvSpPr>
          <p:cNvPr id="10" name="Крест 9">
            <a:extLst>
              <a:ext uri="{FF2B5EF4-FFF2-40B4-BE49-F238E27FC236}">
                <a16:creationId xmlns:a16="http://schemas.microsoft.com/office/drawing/2014/main" id="{14AA21FB-EB97-460C-81F3-714312FE5F87}"/>
              </a:ext>
            </a:extLst>
          </p:cNvPr>
          <p:cNvSpPr/>
          <p:nvPr/>
        </p:nvSpPr>
        <p:spPr>
          <a:xfrm>
            <a:off x="6982688" y="2952615"/>
            <a:ext cx="358087" cy="358087"/>
          </a:xfrm>
          <a:prstGeom prst="plus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F11911C3-3F8A-46F6-919F-B45AD8CC8C85}"/>
              </a:ext>
            </a:extLst>
          </p:cNvPr>
          <p:cNvSpPr/>
          <p:nvPr/>
        </p:nvSpPr>
        <p:spPr>
          <a:xfrm>
            <a:off x="7507028" y="2584936"/>
            <a:ext cx="2436271" cy="9719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условия / среда / контекст или ожидаемый практический эффект</a:t>
            </a:r>
          </a:p>
        </p:txBody>
      </p:sp>
    </p:spTree>
    <p:extLst>
      <p:ext uri="{BB962C8B-B14F-4D97-AF65-F5344CB8AC3E}">
        <p14:creationId xmlns:p14="http://schemas.microsoft.com/office/powerpoint/2010/main" val="167582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3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/>
              <a:t>Формулируем цель</a:t>
            </a:r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CD2F3005-DFC4-4555-9CD1-3DBA67E4CB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4840180"/>
              </p:ext>
            </p:extLst>
          </p:nvPr>
        </p:nvGraphicFramePr>
        <p:xfrm>
          <a:off x="676386" y="1045781"/>
          <a:ext cx="10449879" cy="5320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3293">
                  <a:extLst>
                    <a:ext uri="{9D8B030D-6E8A-4147-A177-3AD203B41FA5}">
                      <a16:colId xmlns:a16="http://schemas.microsoft.com/office/drawing/2014/main" val="443775231"/>
                    </a:ext>
                  </a:extLst>
                </a:gridCol>
                <a:gridCol w="3483293">
                  <a:extLst>
                    <a:ext uri="{9D8B030D-6E8A-4147-A177-3AD203B41FA5}">
                      <a16:colId xmlns:a16="http://schemas.microsoft.com/office/drawing/2014/main" val="2858993326"/>
                    </a:ext>
                  </a:extLst>
                </a:gridCol>
                <a:gridCol w="3483293">
                  <a:extLst>
                    <a:ext uri="{9D8B030D-6E8A-4147-A177-3AD203B41FA5}">
                      <a16:colId xmlns:a16="http://schemas.microsoft.com/office/drawing/2014/main" val="499203577"/>
                    </a:ext>
                  </a:extLst>
                </a:gridCol>
              </a:tblGrid>
              <a:tr h="104798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Глаголы для формулировки цели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Контекст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Пример</a:t>
                      </a:r>
                      <a:endParaRPr lang="ru-RU" sz="14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35304225"/>
                  </a:ext>
                </a:extLst>
              </a:tr>
              <a:tr h="10479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Сравнить и определить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сопоставление несколько подходов по единым критериям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Сравнить методы обнаружения дрейфа данных и определить условия, в которых каждый из них наиболее чувствителен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62521998"/>
                  </a:ext>
                </a:extLst>
              </a:tr>
              <a:tr h="10479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Разработать и проверить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создание собственный метод, алгоритм, модель или прототип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Разработать метод ранжирования событий безопасности и проверить его влияние на долю ложных срабатываний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08769475"/>
                  </a:ext>
                </a:extLst>
              </a:tr>
              <a:tr h="10479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Адаптировать и оценить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перенос известного подхода в новый контекст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Адаптировать метод интерпретации ML-модели к задаче выявления аномалий и оценить его применимость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4479780"/>
                  </a:ext>
                </a:extLst>
              </a:tr>
              <a:tr h="10479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Выявить и обосновать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создать систему факторов, критериев и закономерностей </a:t>
                      </a:r>
                      <a:endParaRPr lang="ru-RU" sz="14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Выявить факторы, влияющие на деградацию модели при изменении распределения данных, и обосновать критерии мониторинга</a:t>
                      </a:r>
                      <a:endParaRPr lang="ru-RU" sz="1400" dirty="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069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9010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"/>
          <p:cNvSpPr txBox="1">
            <a:spLocks noGrp="1"/>
          </p:cNvSpPr>
          <p:nvPr>
            <p:ph type="title"/>
          </p:nvPr>
        </p:nvSpPr>
        <p:spPr>
          <a:xfrm>
            <a:off x="559571" y="359101"/>
            <a:ext cx="3411355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dirty="0"/>
              <a:t>03. Формулировка задач исследования</a:t>
            </a:r>
          </a:p>
        </p:txBody>
      </p:sp>
    </p:spTree>
    <p:extLst>
      <p:ext uri="{BB962C8B-B14F-4D97-AF65-F5344CB8AC3E}">
        <p14:creationId xmlns:p14="http://schemas.microsoft.com/office/powerpoint/2010/main" val="2377667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3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/>
              <a:t>Формулировка задач</a:t>
            </a:r>
            <a:endParaRPr dirty="0"/>
          </a:p>
        </p:txBody>
      </p:sp>
      <p:sp>
        <p:nvSpPr>
          <p:cNvPr id="1127" name="Google Shape;1127;p13"/>
          <p:cNvSpPr txBox="1">
            <a:spLocks noGrp="1"/>
          </p:cNvSpPr>
          <p:nvPr>
            <p:ph type="body" idx="2"/>
          </p:nvPr>
        </p:nvSpPr>
        <p:spPr>
          <a:xfrm>
            <a:off x="577987" y="2025369"/>
            <a:ext cx="4581530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ru-RU" dirty="0"/>
              <a:t>Для темы </a:t>
            </a:r>
            <a:r>
              <a:rPr lang="ru-RU" b="1" dirty="0"/>
              <a:t>о детектировании LLM-фишинга задачи </a:t>
            </a:r>
            <a:r>
              <a:rPr lang="ru-RU" dirty="0"/>
              <a:t>могут идти так: сначала </a:t>
            </a:r>
            <a:r>
              <a:rPr lang="ru-RU" i="1" dirty="0"/>
              <a:t>систематизировать существующие подходы и критерии оценки</a:t>
            </a:r>
            <a:r>
              <a:rPr lang="ru-RU" dirty="0"/>
              <a:t>, затем </a:t>
            </a:r>
            <a:r>
              <a:rPr lang="ru-RU" i="1" dirty="0"/>
              <a:t>определить набор сравниваемых методов и схему эксперимента</a:t>
            </a:r>
            <a:r>
              <a:rPr lang="ru-RU" dirty="0"/>
              <a:t>, после этого </a:t>
            </a:r>
            <a:r>
              <a:rPr lang="ru-RU" i="1" dirty="0"/>
              <a:t>подготовить набор данных и реализовать процедуру сравнения</a:t>
            </a:r>
            <a:r>
              <a:rPr lang="ru-RU" dirty="0"/>
              <a:t>, а затем </a:t>
            </a:r>
            <a:r>
              <a:rPr lang="ru-RU" i="1" dirty="0"/>
              <a:t>провести эксперимент и интерпретировать результаты</a:t>
            </a:r>
            <a:r>
              <a:rPr lang="ru-RU" dirty="0"/>
              <a:t>. </a:t>
            </a:r>
          </a:p>
        </p:txBody>
      </p:sp>
      <p:pic>
        <p:nvPicPr>
          <p:cNvPr id="5122" name="Picture 2" descr="Постановка задачи – Бесплатные иконки:">
            <a:extLst>
              <a:ext uri="{FF2B5EF4-FFF2-40B4-BE49-F238E27FC236}">
                <a16:creationId xmlns:a16="http://schemas.microsoft.com/office/drawing/2014/main" id="{4B25B1C1-3B19-40F9-AD75-177A066356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9645" y="1393448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0892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3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/>
              <a:t>Уровни задач</a:t>
            </a:r>
            <a:endParaRPr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B804918D-0F1E-4476-94F5-BA7CE8B1A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994652"/>
              </p:ext>
            </p:extLst>
          </p:nvPr>
        </p:nvGraphicFramePr>
        <p:xfrm>
          <a:off x="559572" y="1365499"/>
          <a:ext cx="10055142" cy="4485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1714">
                  <a:extLst>
                    <a:ext uri="{9D8B030D-6E8A-4147-A177-3AD203B41FA5}">
                      <a16:colId xmlns:a16="http://schemas.microsoft.com/office/drawing/2014/main" val="2570975636"/>
                    </a:ext>
                  </a:extLst>
                </a:gridCol>
                <a:gridCol w="3351714">
                  <a:extLst>
                    <a:ext uri="{9D8B030D-6E8A-4147-A177-3AD203B41FA5}">
                      <a16:colId xmlns:a16="http://schemas.microsoft.com/office/drawing/2014/main" val="372127840"/>
                    </a:ext>
                  </a:extLst>
                </a:gridCol>
                <a:gridCol w="3351714">
                  <a:extLst>
                    <a:ext uri="{9D8B030D-6E8A-4147-A177-3AD203B41FA5}">
                      <a16:colId xmlns:a16="http://schemas.microsoft.com/office/drawing/2014/main" val="4182754838"/>
                    </a:ext>
                  </a:extLst>
                </a:gridCol>
              </a:tblGrid>
              <a:tr h="11213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Уровень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Значение</a:t>
                      </a:r>
                      <a:endParaRPr lang="ru-RU" sz="16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b="1" dirty="0">
                          <a:solidFill>
                            <a:schemeClr val="bg1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Пример</a:t>
                      </a:r>
                      <a:endParaRPr lang="ru-RU" sz="16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92287560"/>
                  </a:ext>
                </a:extLst>
              </a:tr>
              <a:tr h="11213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Задача</a:t>
                      </a:r>
                      <a:endParaRPr lang="ru-RU" sz="16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Содержательный шаг к цели</a:t>
                      </a:r>
                      <a:endParaRPr lang="ru-RU" sz="16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Сравнить существующие методы обнаружения аномалий по выбранным критериям</a:t>
                      </a:r>
                      <a:endParaRPr lang="ru-RU" sz="16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69148352"/>
                  </a:ext>
                </a:extLst>
              </a:tr>
              <a:tr h="11213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Действие</a:t>
                      </a:r>
                      <a:endParaRPr lang="ru-RU" sz="16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Конкретная операция внутри задачи</a:t>
                      </a:r>
                      <a:endParaRPr lang="ru-RU" sz="16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Рассчитать precision, recall и F1-score</a:t>
                      </a:r>
                      <a:endParaRPr lang="ru-RU" sz="16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4019601"/>
                  </a:ext>
                </a:extLst>
              </a:tr>
              <a:tr h="11213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Продукт</a:t>
                      </a:r>
                      <a:endParaRPr lang="ru-RU" sz="16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То, что остается после выполнения задачи</a:t>
                      </a:r>
                      <a:endParaRPr lang="ru-RU" sz="160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Сравнительная таблица и вывод о сильных и слабых сторонах методов</a:t>
                      </a:r>
                      <a:endParaRPr lang="ru-RU" sz="1600" dirty="0">
                        <a:effectLst/>
                        <a:latin typeface="Montserrat" panose="00000500000000000000" pitchFamily="2" charset="-52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27687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7629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3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/>
              <a:t>Используйте глаголы</a:t>
            </a:r>
            <a:endParaRPr dirty="0"/>
          </a:p>
        </p:txBody>
      </p:sp>
      <p:sp>
        <p:nvSpPr>
          <p:cNvPr id="1127" name="Google Shape;1127;p13"/>
          <p:cNvSpPr txBox="1">
            <a:spLocks noGrp="1"/>
          </p:cNvSpPr>
          <p:nvPr>
            <p:ph type="body" idx="2"/>
          </p:nvPr>
        </p:nvSpPr>
        <p:spPr>
          <a:xfrm>
            <a:off x="577987" y="2025369"/>
            <a:ext cx="4581530" cy="280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/>
            <a:r>
              <a:rPr lang="ru-RU" sz="1800" dirty="0">
                <a:solidFill>
                  <a:srgbClr val="000000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В задачах хорошо работают глаголы, которые обозначают исследовательское действие и позволяют проверить результат. Например, </a:t>
            </a:r>
            <a:r>
              <a:rPr lang="ru-RU" sz="1800" b="1" dirty="0">
                <a:solidFill>
                  <a:srgbClr val="000000"/>
                </a:solidFill>
                <a:effectLst/>
                <a:latin typeface="Montserrat" panose="00000500000000000000" pitchFamily="2" charset="-52"/>
                <a:ea typeface="Times New Roman" panose="02020603050405020304" pitchFamily="18" charset="0"/>
                <a:cs typeface="Times New Roman" panose="02020603050405020304" pitchFamily="18" charset="0"/>
              </a:rPr>
              <a:t>«проанализировать», «сравнить», «выявить», «определить», «обосновать», «разработать», «адаптировать», «проверить», «оценить».</a:t>
            </a:r>
            <a:endParaRPr lang="ru-RU" sz="1800" dirty="0">
              <a:effectLst/>
              <a:latin typeface="Montserrat" panose="00000500000000000000" pitchFamily="2" charset="-5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endParaRPr lang="ru-RU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552584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"/>
          <p:cNvSpPr txBox="1">
            <a:spLocks noGrp="1"/>
          </p:cNvSpPr>
          <p:nvPr>
            <p:ph type="title"/>
          </p:nvPr>
        </p:nvSpPr>
        <p:spPr>
          <a:xfrm>
            <a:off x="559571" y="359101"/>
            <a:ext cx="3181155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 dirty="0"/>
              <a:t>04. Связь задач с целями</a:t>
            </a:r>
          </a:p>
        </p:txBody>
      </p:sp>
    </p:spTree>
    <p:extLst>
      <p:ext uri="{BB962C8B-B14F-4D97-AF65-F5344CB8AC3E}">
        <p14:creationId xmlns:p14="http://schemas.microsoft.com/office/powerpoint/2010/main" val="2486550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3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/>
              <a:t>Связь задач и целей</a:t>
            </a:r>
            <a:endParaRPr dirty="0"/>
          </a:p>
        </p:txBody>
      </p:sp>
      <p:sp>
        <p:nvSpPr>
          <p:cNvPr id="1127" name="Google Shape;1127;p13"/>
          <p:cNvSpPr txBox="1">
            <a:spLocks noGrp="1"/>
          </p:cNvSpPr>
          <p:nvPr>
            <p:ph type="body" idx="2"/>
          </p:nvPr>
        </p:nvSpPr>
        <p:spPr>
          <a:xfrm>
            <a:off x="577987" y="2025369"/>
            <a:ext cx="4581530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ru-RU" b="1" dirty="0"/>
              <a:t>Цель: </a:t>
            </a:r>
            <a:r>
              <a:rPr lang="ru-RU" dirty="0"/>
              <a:t>«</a:t>
            </a:r>
            <a:r>
              <a:rPr lang="ru-RU" i="1" dirty="0"/>
              <a:t>Разработать и экспериментально проверить метод </a:t>
            </a:r>
            <a:r>
              <a:rPr lang="ru-RU" i="1" dirty="0" err="1"/>
              <a:t>приоритизации</a:t>
            </a:r>
            <a:r>
              <a:rPr lang="ru-RU" i="1" dirty="0"/>
              <a:t> событий безопасности, позволяющий сократить долю низкоприоритетных срабатываний, попадающих к аналитику</a:t>
            </a:r>
            <a:r>
              <a:rPr lang="ru-RU" dirty="0"/>
              <a:t>». 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Если среди задач есть только анализ литературы, разработка метода и написание программного прототипа, логика неполна. Не хватает экспериментальной проверки. Без нее нельзя сделать вывод о том, достигается ли заявленный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3910325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"/>
          <p:cNvSpPr txBox="1">
            <a:spLocks noGrp="1"/>
          </p:cNvSpPr>
          <p:nvPr>
            <p:ph type="title"/>
          </p:nvPr>
        </p:nvSpPr>
        <p:spPr>
          <a:xfrm>
            <a:off x="559571" y="359101"/>
            <a:ext cx="3181155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05. </a:t>
            </a:r>
            <a:r>
              <a:rPr lang="en-US" dirty="0"/>
              <a:t>SMART </a:t>
            </a:r>
            <a:r>
              <a:rPr lang="ru-RU" dirty="0"/>
              <a:t>для проверки цели</a:t>
            </a:r>
          </a:p>
        </p:txBody>
      </p:sp>
    </p:spTree>
    <p:extLst>
      <p:ext uri="{BB962C8B-B14F-4D97-AF65-F5344CB8AC3E}">
        <p14:creationId xmlns:p14="http://schemas.microsoft.com/office/powerpoint/2010/main" val="1721338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13"/>
          <p:cNvSpPr txBox="1">
            <a:spLocks noGrp="1"/>
          </p:cNvSpPr>
          <p:nvPr>
            <p:ph type="title"/>
          </p:nvPr>
        </p:nvSpPr>
        <p:spPr>
          <a:xfrm>
            <a:off x="559572" y="359101"/>
            <a:ext cx="91998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dirty="0"/>
              <a:t>Пример постановки цели</a:t>
            </a:r>
            <a:endParaRPr dirty="0"/>
          </a:p>
        </p:txBody>
      </p:sp>
      <p:pic>
        <p:nvPicPr>
          <p:cNvPr id="3074" name="Picture 2" descr="Эх, а вот бы мне сейчас… Мечтать или ставить цели по SMART и получать  желаемое? — Implecs">
            <a:extLst>
              <a:ext uri="{FF2B5EF4-FFF2-40B4-BE49-F238E27FC236}">
                <a16:creationId xmlns:a16="http://schemas.microsoft.com/office/drawing/2014/main" id="{8C9BFEDD-BA68-4B61-AE3F-0D99001E5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2F7FD"/>
              </a:clrFrom>
              <a:clrTo>
                <a:srgbClr val="F2F7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216" y="1134711"/>
            <a:ext cx="8634579" cy="5168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2450740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МИФИ">
  <a:themeElements>
    <a:clrScheme name="Другая 4">
      <a:dk1>
        <a:srgbClr val="171616"/>
      </a:dk1>
      <a:lt1>
        <a:srgbClr val="FFFFFF"/>
      </a:lt1>
      <a:dk2>
        <a:srgbClr val="0055BB"/>
      </a:dk2>
      <a:lt2>
        <a:srgbClr val="00B1EB"/>
      </a:lt2>
      <a:accent1>
        <a:srgbClr val="0055BB"/>
      </a:accent1>
      <a:accent2>
        <a:srgbClr val="00B1EB"/>
      </a:accent2>
      <a:accent3>
        <a:srgbClr val="FF7300"/>
      </a:accent3>
      <a:accent4>
        <a:srgbClr val="656A79"/>
      </a:accent4>
      <a:accent5>
        <a:srgbClr val="86888C"/>
      </a:accent5>
      <a:accent6>
        <a:srgbClr val="DDDEDE"/>
      </a:accent6>
      <a:hlink>
        <a:srgbClr val="00BBEE"/>
      </a:hlink>
      <a:folHlink>
        <a:srgbClr val="00BBE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</TotalTime>
  <Words>538</Words>
  <Application>Microsoft Office PowerPoint</Application>
  <PresentationFormat>Широкоэкранный</PresentationFormat>
  <Paragraphs>75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Montserrat</vt:lpstr>
      <vt:lpstr>Arial</vt:lpstr>
      <vt:lpstr>Calibri</vt:lpstr>
      <vt:lpstr>Шаблон МИФИ</vt:lpstr>
      <vt:lpstr>Презентация PowerPoint</vt:lpstr>
      <vt:lpstr>Презентация PowerPoint</vt:lpstr>
      <vt:lpstr>01. Целеполагание </vt:lpstr>
      <vt:lpstr>Что такое цель?</vt:lpstr>
      <vt:lpstr>Пример постановки цели</vt:lpstr>
      <vt:lpstr>Пример постановки цели</vt:lpstr>
      <vt:lpstr>02. Формулировка цели из темы и актуальности</vt:lpstr>
      <vt:lpstr>Формула</vt:lpstr>
      <vt:lpstr>Формулируем цель</vt:lpstr>
      <vt:lpstr>03. Формулировка задач исследования</vt:lpstr>
      <vt:lpstr>Формулировка задач</vt:lpstr>
      <vt:lpstr>Уровни задач</vt:lpstr>
      <vt:lpstr>Используйте глаголы</vt:lpstr>
      <vt:lpstr>04. Связь задач с целями</vt:lpstr>
      <vt:lpstr>Связь задач и целей</vt:lpstr>
      <vt:lpstr>05. SMART для проверки цели</vt:lpstr>
      <vt:lpstr>Пример постановки цели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 Замахаев</dc:creator>
  <cp:lastModifiedBy>Константин Некрасов</cp:lastModifiedBy>
  <cp:revision>137</cp:revision>
  <dcterms:created xsi:type="dcterms:W3CDTF">2020-05-28T16:18:16Z</dcterms:created>
  <dcterms:modified xsi:type="dcterms:W3CDTF">2026-10-20T03:56:07Z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