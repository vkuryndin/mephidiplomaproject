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9"/>
  </p:notesMasterIdLst>
  <p:sldIdLst>
    <p:sldId id="257" r:id="rId2"/>
    <p:sldId id="261" r:id="rId3"/>
    <p:sldId id="266" r:id="rId4"/>
    <p:sldId id="262" r:id="rId5"/>
    <p:sldId id="268" r:id="rId6"/>
    <p:sldId id="299" r:id="rId7"/>
    <p:sldId id="301" r:id="rId8"/>
    <p:sldId id="302" r:id="rId9"/>
    <p:sldId id="303" r:id="rId10"/>
    <p:sldId id="304" r:id="rId11"/>
    <p:sldId id="305" r:id="rId12"/>
    <p:sldId id="306" r:id="rId13"/>
    <p:sldId id="307" r:id="rId14"/>
    <p:sldId id="308" r:id="rId15"/>
    <p:sldId id="309" r:id="rId16"/>
    <p:sldId id="310" r:id="rId17"/>
    <p:sldId id="311" r:id="rId18"/>
    <p:sldId id="312" r:id="rId19"/>
    <p:sldId id="313" r:id="rId20"/>
    <p:sldId id="314" r:id="rId21"/>
    <p:sldId id="316" r:id="rId22"/>
    <p:sldId id="317" r:id="rId23"/>
    <p:sldId id="318" r:id="rId24"/>
    <p:sldId id="315" r:id="rId25"/>
    <p:sldId id="319" r:id="rId26"/>
    <p:sldId id="320" r:id="rId27"/>
    <p:sldId id="322" r:id="rId28"/>
  </p:sldIdLst>
  <p:sldSz cx="12192000" cy="6858000"/>
  <p:notesSz cx="6858000" cy="9144000"/>
  <p:embeddedFontLst>
    <p:embeddedFont>
      <p:font typeface="Calibri" panose="020F0502020204030204" pitchFamily="34" charset="0"/>
      <p:regular r:id="rId30"/>
      <p:bold r:id="rId31"/>
      <p:italic r:id="rId32"/>
      <p:boldItalic r:id="rId33"/>
    </p:embeddedFont>
    <p:embeddedFont>
      <p:font typeface="Montserrat" panose="00000500000000000000" pitchFamily="2" charset="-52"/>
      <p:regular r:id="rId34"/>
      <p:bold r:id="rId35"/>
      <p:italic r:id="rId36"/>
      <p:boldItalic r:id="rId37"/>
    </p:embeddedFont>
    <p:embeddedFont>
      <p:font typeface="Verdana" panose="020B0604030504040204" pitchFamily="34"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3840">
          <p15:clr>
            <a:srgbClr val="A4A3A4"/>
          </p15:clr>
        </p15:guide>
        <p15:guide id="2" orient="horz" pos="216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7" roundtripDataSignature="AMtx7mi45qVdxuRGOLxwbrc9dap12cW+A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9" d="100"/>
          <a:sy n="149" d="100"/>
        </p:scale>
        <p:origin x="612" y="120"/>
      </p:cViewPr>
      <p:guideLst>
        <p:guide pos="3840"/>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21" Type="http://schemas.openxmlformats.org/officeDocument/2006/relationships/slide" Target="slides/slide20.xml"/><Relationship Id="rId34" Type="http://schemas.openxmlformats.org/officeDocument/2006/relationships/font" Target="fonts/font5.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57" Type="http://customschemas.google.com/relationships/presentationmetadata" Target="metadata"/><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ru-RU"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9"/>
        <p:cNvGrpSpPr/>
        <p:nvPr/>
      </p:nvGrpSpPr>
      <p:grpSpPr>
        <a:xfrm>
          <a:off x="0" y="0"/>
          <a:ext cx="0" cy="0"/>
          <a:chOff x="0" y="0"/>
          <a:chExt cx="0" cy="0"/>
        </a:xfrm>
      </p:grpSpPr>
      <p:sp>
        <p:nvSpPr>
          <p:cNvPr id="1010" name="Google Shape;101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1" name="Google Shape;101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Arial"/>
              <a:buNone/>
            </a:pPr>
            <a:r>
              <a:rPr lang="ru-RU" sz="1200">
                <a:latin typeface="Arial"/>
                <a:ea typeface="Arial"/>
                <a:cs typeface="Arial"/>
                <a:sym typeface="Arial"/>
              </a:rPr>
              <a:t>Титульный слайд</a:t>
            </a:r>
            <a:endParaRPr/>
          </a:p>
          <a:p>
            <a:pPr marL="0" marR="0" lvl="0" indent="0" algn="l" rtl="0">
              <a:lnSpc>
                <a:spcPct val="100000"/>
              </a:lnSpc>
              <a:spcBef>
                <a:spcPts val="0"/>
              </a:spcBef>
              <a:spcAft>
                <a:spcPts val="0"/>
              </a:spcAft>
              <a:buClr>
                <a:schemeClr val="dk1"/>
              </a:buClr>
              <a:buSzPts val="1200"/>
              <a:buFont typeface="Arial"/>
              <a:buNone/>
            </a:pPr>
            <a:r>
              <a:rPr lang="ru-RU" sz="1200">
                <a:latin typeface="Arial"/>
                <a:ea typeface="Arial"/>
                <a:cs typeface="Arial"/>
                <a:sym typeface="Arial"/>
              </a:rPr>
              <a:t>Титульный слайд</a:t>
            </a:r>
            <a:endParaRPr/>
          </a:p>
          <a:p>
            <a:pPr marL="0" lvl="0" indent="0" algn="l" rtl="0">
              <a:spcBef>
                <a:spcPts val="0"/>
              </a:spcBef>
              <a:spcAft>
                <a:spcPts val="0"/>
              </a:spcAft>
              <a:buNone/>
            </a:pPr>
            <a:endParaRPr/>
          </a:p>
        </p:txBody>
      </p:sp>
      <p:sp>
        <p:nvSpPr>
          <p:cNvPr id="1012" name="Google Shape;1012;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ru-RU"/>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6"/>
        <p:cNvGrpSpPr/>
        <p:nvPr/>
      </p:nvGrpSpPr>
      <p:grpSpPr>
        <a:xfrm>
          <a:off x="0" y="0"/>
          <a:ext cx="0" cy="0"/>
          <a:chOff x="0" y="0"/>
          <a:chExt cx="0" cy="0"/>
        </a:xfrm>
      </p:grpSpPr>
      <p:sp>
        <p:nvSpPr>
          <p:cNvPr id="1057" name="Google Shape;1057;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8" name="Google Shape;105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7"/>
        <p:cNvGrpSpPr/>
        <p:nvPr/>
      </p:nvGrpSpPr>
      <p:grpSpPr>
        <a:xfrm>
          <a:off x="0" y="0"/>
          <a:ext cx="0" cy="0"/>
          <a:chOff x="0" y="0"/>
          <a:chExt cx="0" cy="0"/>
        </a:xfrm>
      </p:grpSpPr>
      <p:sp>
        <p:nvSpPr>
          <p:cNvPr id="1108" name="Google Shape;1108;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9" name="Google Shape;110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6"/>
        <p:cNvGrpSpPr/>
        <p:nvPr/>
      </p:nvGrpSpPr>
      <p:grpSpPr>
        <a:xfrm>
          <a:off x="0" y="0"/>
          <a:ext cx="0" cy="0"/>
          <a:chOff x="0" y="0"/>
          <a:chExt cx="0" cy="0"/>
        </a:xfrm>
      </p:grpSpPr>
      <p:sp>
        <p:nvSpPr>
          <p:cNvPr id="1077" name="Google Shape;1077;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8" name="Google Shape;1078;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ru-RU"/>
              <a:t>Содержание</a:t>
            </a:r>
            <a:endParaRPr/>
          </a:p>
        </p:txBody>
      </p:sp>
      <p:sp>
        <p:nvSpPr>
          <p:cNvPr id="1079" name="Google Shape;1079;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ru-RU"/>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1"/>
        <p:cNvGrpSpPr/>
        <p:nvPr/>
      </p:nvGrpSpPr>
      <p:grpSpPr>
        <a:xfrm>
          <a:off x="0" y="0"/>
          <a:ext cx="0" cy="0"/>
          <a:chOff x="0" y="0"/>
          <a:chExt cx="0" cy="0"/>
        </a:xfrm>
      </p:grpSpPr>
      <p:sp>
        <p:nvSpPr>
          <p:cNvPr id="1122" name="Google Shape;1122;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3" name="Google Shape;112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7"/>
        <p:cNvGrpSpPr/>
        <p:nvPr/>
      </p:nvGrpSpPr>
      <p:grpSpPr>
        <a:xfrm>
          <a:off x="0" y="0"/>
          <a:ext cx="0" cy="0"/>
          <a:chOff x="0" y="0"/>
          <a:chExt cx="0" cy="0"/>
        </a:xfrm>
      </p:grpSpPr>
      <p:sp>
        <p:nvSpPr>
          <p:cNvPr id="1108" name="Google Shape;1108;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9" name="Google Shape;110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04027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7"/>
        <p:cNvGrpSpPr/>
        <p:nvPr/>
      </p:nvGrpSpPr>
      <p:grpSpPr>
        <a:xfrm>
          <a:off x="0" y="0"/>
          <a:ext cx="0" cy="0"/>
          <a:chOff x="0" y="0"/>
          <a:chExt cx="0" cy="0"/>
        </a:xfrm>
      </p:grpSpPr>
      <p:sp>
        <p:nvSpPr>
          <p:cNvPr id="1148" name="Google Shape;1148;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9" name="Google Shape;1149;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ru-RU"/>
              <a:t>Фото</a:t>
            </a:r>
            <a:endParaRPr/>
          </a:p>
        </p:txBody>
      </p:sp>
      <p:sp>
        <p:nvSpPr>
          <p:cNvPr id="1150" name="Google Shape;1150;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ru-RU"/>
              <a:t>7</a:t>
            </a:fld>
            <a:endParaRPr/>
          </a:p>
        </p:txBody>
      </p:sp>
    </p:spTree>
    <p:extLst>
      <p:ext uri="{BB962C8B-B14F-4D97-AF65-F5344CB8AC3E}">
        <p14:creationId xmlns:p14="http://schemas.microsoft.com/office/powerpoint/2010/main" val="15231491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4"/>
        <p:cNvGrpSpPr/>
        <p:nvPr/>
      </p:nvGrpSpPr>
      <p:grpSpPr>
        <a:xfrm>
          <a:off x="0" y="0"/>
          <a:ext cx="0" cy="0"/>
          <a:chOff x="0" y="0"/>
          <a:chExt cx="0" cy="0"/>
        </a:xfrm>
      </p:grpSpPr>
      <p:sp>
        <p:nvSpPr>
          <p:cNvPr id="1265" name="Google Shape;1265;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6" name="Google Shape;1266;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737153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7"/>
        <p:cNvGrpSpPr/>
        <p:nvPr/>
      </p:nvGrpSpPr>
      <p:grpSpPr>
        <a:xfrm>
          <a:off x="0" y="0"/>
          <a:ext cx="0" cy="0"/>
          <a:chOff x="0" y="0"/>
          <a:chExt cx="0" cy="0"/>
        </a:xfrm>
      </p:grpSpPr>
      <p:sp>
        <p:nvSpPr>
          <p:cNvPr id="1108" name="Google Shape;1108;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9" name="Google Shape;110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535538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6"/>
        <p:cNvGrpSpPr/>
        <p:nvPr/>
      </p:nvGrpSpPr>
      <p:grpSpPr>
        <a:xfrm>
          <a:off x="0" y="0"/>
          <a:ext cx="0" cy="0"/>
          <a:chOff x="0" y="0"/>
          <a:chExt cx="0" cy="0"/>
        </a:xfrm>
      </p:grpSpPr>
      <p:sp>
        <p:nvSpPr>
          <p:cNvPr id="1157" name="Google Shape;1157;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8" name="Google Shape;1158;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ru-RU"/>
              <a:t>Фото</a:t>
            </a:r>
            <a:endParaRPr/>
          </a:p>
        </p:txBody>
      </p:sp>
      <p:sp>
        <p:nvSpPr>
          <p:cNvPr id="1159" name="Google Shape;1159;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ru-RU"/>
              <a:t>10</a:t>
            </a:fld>
            <a:endParaRPr/>
          </a:p>
        </p:txBody>
      </p:sp>
    </p:spTree>
    <p:extLst>
      <p:ext uri="{BB962C8B-B14F-4D97-AF65-F5344CB8AC3E}">
        <p14:creationId xmlns:p14="http://schemas.microsoft.com/office/powerpoint/2010/main" val="31021309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9"/>
        <p:cNvGrpSpPr/>
        <p:nvPr/>
      </p:nvGrpSpPr>
      <p:grpSpPr>
        <a:xfrm>
          <a:off x="0" y="0"/>
          <a:ext cx="0" cy="0"/>
          <a:chOff x="0" y="0"/>
          <a:chExt cx="0" cy="0"/>
        </a:xfrm>
      </p:grpSpPr>
      <p:sp>
        <p:nvSpPr>
          <p:cNvPr id="1210" name="Google Shape;1210;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11" name="Google Shape;1211;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ru-RU"/>
              <a:t>Фото</a:t>
            </a:r>
            <a:endParaRPr/>
          </a:p>
        </p:txBody>
      </p:sp>
      <p:sp>
        <p:nvSpPr>
          <p:cNvPr id="1212" name="Google Shape;1212;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ru-RU"/>
              <a:t>11</a:t>
            </a:fld>
            <a:endParaRPr/>
          </a:p>
        </p:txBody>
      </p:sp>
    </p:spTree>
    <p:extLst>
      <p:ext uri="{BB962C8B-B14F-4D97-AF65-F5344CB8AC3E}">
        <p14:creationId xmlns:p14="http://schemas.microsoft.com/office/powerpoint/2010/main" val="9683790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9"/>
        <p:cNvGrpSpPr/>
        <p:nvPr/>
      </p:nvGrpSpPr>
      <p:grpSpPr>
        <a:xfrm>
          <a:off x="0" y="0"/>
          <a:ext cx="0" cy="0"/>
          <a:chOff x="0" y="0"/>
          <a:chExt cx="0" cy="0"/>
        </a:xfrm>
      </p:grpSpPr>
      <p:sp>
        <p:nvSpPr>
          <p:cNvPr id="1210" name="Google Shape;1210;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11" name="Google Shape;1211;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ru-RU"/>
              <a:t>Фото</a:t>
            </a:r>
            <a:endParaRPr/>
          </a:p>
        </p:txBody>
      </p:sp>
      <p:sp>
        <p:nvSpPr>
          <p:cNvPr id="1212" name="Google Shape;1212;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ru-RU"/>
              <a:t>12</a:t>
            </a:fld>
            <a:endParaRPr/>
          </a:p>
        </p:txBody>
      </p:sp>
    </p:spTree>
    <p:extLst>
      <p:ext uri="{BB962C8B-B14F-4D97-AF65-F5344CB8AC3E}">
        <p14:creationId xmlns:p14="http://schemas.microsoft.com/office/powerpoint/2010/main" val="16297408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9"/>
        <p:cNvGrpSpPr/>
        <p:nvPr/>
      </p:nvGrpSpPr>
      <p:grpSpPr>
        <a:xfrm>
          <a:off x="0" y="0"/>
          <a:ext cx="0" cy="0"/>
          <a:chOff x="0" y="0"/>
          <a:chExt cx="0" cy="0"/>
        </a:xfrm>
      </p:grpSpPr>
      <p:sp>
        <p:nvSpPr>
          <p:cNvPr id="1210" name="Google Shape;1210;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11" name="Google Shape;1211;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ru-RU"/>
              <a:t>Фото</a:t>
            </a:r>
            <a:endParaRPr/>
          </a:p>
        </p:txBody>
      </p:sp>
      <p:sp>
        <p:nvSpPr>
          <p:cNvPr id="1212" name="Google Shape;1212;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ru-RU"/>
              <a:t>13</a:t>
            </a:fld>
            <a:endParaRPr/>
          </a:p>
        </p:txBody>
      </p:sp>
    </p:spTree>
    <p:extLst>
      <p:ext uri="{BB962C8B-B14F-4D97-AF65-F5344CB8AC3E}">
        <p14:creationId xmlns:p14="http://schemas.microsoft.com/office/powerpoint/2010/main" val="34993055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9"/>
        <p:cNvGrpSpPr/>
        <p:nvPr/>
      </p:nvGrpSpPr>
      <p:grpSpPr>
        <a:xfrm>
          <a:off x="0" y="0"/>
          <a:ext cx="0" cy="0"/>
          <a:chOff x="0" y="0"/>
          <a:chExt cx="0" cy="0"/>
        </a:xfrm>
      </p:grpSpPr>
      <p:sp>
        <p:nvSpPr>
          <p:cNvPr id="1210" name="Google Shape;1210;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11" name="Google Shape;1211;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ru-RU"/>
              <a:t>Фото</a:t>
            </a:r>
            <a:endParaRPr/>
          </a:p>
        </p:txBody>
      </p:sp>
      <p:sp>
        <p:nvSpPr>
          <p:cNvPr id="1212" name="Google Shape;1212;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ru-RU"/>
              <a:t>14</a:t>
            </a:fld>
            <a:endParaRPr/>
          </a:p>
        </p:txBody>
      </p:sp>
    </p:spTree>
    <p:extLst>
      <p:ext uri="{BB962C8B-B14F-4D97-AF65-F5344CB8AC3E}">
        <p14:creationId xmlns:p14="http://schemas.microsoft.com/office/powerpoint/2010/main" val="22767599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7"/>
        <p:cNvGrpSpPr/>
        <p:nvPr/>
      </p:nvGrpSpPr>
      <p:grpSpPr>
        <a:xfrm>
          <a:off x="0" y="0"/>
          <a:ext cx="0" cy="0"/>
          <a:chOff x="0" y="0"/>
          <a:chExt cx="0" cy="0"/>
        </a:xfrm>
      </p:grpSpPr>
      <p:sp>
        <p:nvSpPr>
          <p:cNvPr id="1108" name="Google Shape;1108;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9" name="Google Shape;110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20370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9"/>
        <p:cNvGrpSpPr/>
        <p:nvPr/>
      </p:nvGrpSpPr>
      <p:grpSpPr>
        <a:xfrm>
          <a:off x="0" y="0"/>
          <a:ext cx="0" cy="0"/>
          <a:chOff x="0" y="0"/>
          <a:chExt cx="0" cy="0"/>
        </a:xfrm>
      </p:grpSpPr>
      <p:sp>
        <p:nvSpPr>
          <p:cNvPr id="1210" name="Google Shape;1210;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11" name="Google Shape;1211;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ru-RU"/>
              <a:t>Фото</a:t>
            </a:r>
            <a:endParaRPr/>
          </a:p>
        </p:txBody>
      </p:sp>
      <p:sp>
        <p:nvSpPr>
          <p:cNvPr id="1212" name="Google Shape;1212;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ru-RU"/>
              <a:t>16</a:t>
            </a:fld>
            <a:endParaRPr/>
          </a:p>
        </p:txBody>
      </p:sp>
    </p:spTree>
    <p:extLst>
      <p:ext uri="{BB962C8B-B14F-4D97-AF65-F5344CB8AC3E}">
        <p14:creationId xmlns:p14="http://schemas.microsoft.com/office/powerpoint/2010/main" val="4741885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7"/>
        <p:cNvGrpSpPr/>
        <p:nvPr/>
      </p:nvGrpSpPr>
      <p:grpSpPr>
        <a:xfrm>
          <a:off x="0" y="0"/>
          <a:ext cx="0" cy="0"/>
          <a:chOff x="0" y="0"/>
          <a:chExt cx="0" cy="0"/>
        </a:xfrm>
      </p:grpSpPr>
      <p:sp>
        <p:nvSpPr>
          <p:cNvPr id="1108" name="Google Shape;1108;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9" name="Google Shape;110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983161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9"/>
        <p:cNvGrpSpPr/>
        <p:nvPr/>
      </p:nvGrpSpPr>
      <p:grpSpPr>
        <a:xfrm>
          <a:off x="0" y="0"/>
          <a:ext cx="0" cy="0"/>
          <a:chOff x="0" y="0"/>
          <a:chExt cx="0" cy="0"/>
        </a:xfrm>
      </p:grpSpPr>
      <p:sp>
        <p:nvSpPr>
          <p:cNvPr id="1210" name="Google Shape;1210;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11" name="Google Shape;1211;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ru-RU"/>
              <a:t>Фото</a:t>
            </a:r>
            <a:endParaRPr/>
          </a:p>
        </p:txBody>
      </p:sp>
      <p:sp>
        <p:nvSpPr>
          <p:cNvPr id="1212" name="Google Shape;1212;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ru-RU"/>
              <a:t>18</a:t>
            </a:fld>
            <a:endParaRPr/>
          </a:p>
        </p:txBody>
      </p:sp>
    </p:spTree>
    <p:extLst>
      <p:ext uri="{BB962C8B-B14F-4D97-AF65-F5344CB8AC3E}">
        <p14:creationId xmlns:p14="http://schemas.microsoft.com/office/powerpoint/2010/main" val="25056251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4"/>
        <p:cNvGrpSpPr/>
        <p:nvPr/>
      </p:nvGrpSpPr>
      <p:grpSpPr>
        <a:xfrm>
          <a:off x="0" y="0"/>
          <a:ext cx="0" cy="0"/>
          <a:chOff x="0" y="0"/>
          <a:chExt cx="0" cy="0"/>
        </a:xfrm>
      </p:grpSpPr>
      <p:sp>
        <p:nvSpPr>
          <p:cNvPr id="1265" name="Google Shape;1265;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6" name="Google Shape;1266;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721787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7"/>
        <p:cNvGrpSpPr/>
        <p:nvPr/>
      </p:nvGrpSpPr>
      <p:grpSpPr>
        <a:xfrm>
          <a:off x="0" y="0"/>
          <a:ext cx="0" cy="0"/>
          <a:chOff x="0" y="0"/>
          <a:chExt cx="0" cy="0"/>
        </a:xfrm>
      </p:grpSpPr>
      <p:sp>
        <p:nvSpPr>
          <p:cNvPr id="1108" name="Google Shape;1108;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9" name="Google Shape;110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595662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9"/>
        <p:cNvGrpSpPr/>
        <p:nvPr/>
      </p:nvGrpSpPr>
      <p:grpSpPr>
        <a:xfrm>
          <a:off x="0" y="0"/>
          <a:ext cx="0" cy="0"/>
          <a:chOff x="0" y="0"/>
          <a:chExt cx="0" cy="0"/>
        </a:xfrm>
      </p:grpSpPr>
      <p:sp>
        <p:nvSpPr>
          <p:cNvPr id="1210" name="Google Shape;1210;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11" name="Google Shape;1211;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ru-RU"/>
              <a:t>Фото</a:t>
            </a:r>
            <a:endParaRPr/>
          </a:p>
        </p:txBody>
      </p:sp>
      <p:sp>
        <p:nvSpPr>
          <p:cNvPr id="1212" name="Google Shape;1212;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ru-RU"/>
              <a:t>21</a:t>
            </a:fld>
            <a:endParaRPr/>
          </a:p>
        </p:txBody>
      </p:sp>
    </p:spTree>
    <p:extLst>
      <p:ext uri="{BB962C8B-B14F-4D97-AF65-F5344CB8AC3E}">
        <p14:creationId xmlns:p14="http://schemas.microsoft.com/office/powerpoint/2010/main" val="37184374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9"/>
        <p:cNvGrpSpPr/>
        <p:nvPr/>
      </p:nvGrpSpPr>
      <p:grpSpPr>
        <a:xfrm>
          <a:off x="0" y="0"/>
          <a:ext cx="0" cy="0"/>
          <a:chOff x="0" y="0"/>
          <a:chExt cx="0" cy="0"/>
        </a:xfrm>
      </p:grpSpPr>
      <p:sp>
        <p:nvSpPr>
          <p:cNvPr id="1210" name="Google Shape;1210;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11" name="Google Shape;1211;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ru-RU"/>
              <a:t>Фото</a:t>
            </a:r>
            <a:endParaRPr/>
          </a:p>
        </p:txBody>
      </p:sp>
      <p:sp>
        <p:nvSpPr>
          <p:cNvPr id="1212" name="Google Shape;1212;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ru-RU"/>
              <a:t>22</a:t>
            </a:fld>
            <a:endParaRPr/>
          </a:p>
        </p:txBody>
      </p:sp>
    </p:spTree>
    <p:extLst>
      <p:ext uri="{BB962C8B-B14F-4D97-AF65-F5344CB8AC3E}">
        <p14:creationId xmlns:p14="http://schemas.microsoft.com/office/powerpoint/2010/main" val="3247270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9"/>
        <p:cNvGrpSpPr/>
        <p:nvPr/>
      </p:nvGrpSpPr>
      <p:grpSpPr>
        <a:xfrm>
          <a:off x="0" y="0"/>
          <a:ext cx="0" cy="0"/>
          <a:chOff x="0" y="0"/>
          <a:chExt cx="0" cy="0"/>
        </a:xfrm>
      </p:grpSpPr>
      <p:sp>
        <p:nvSpPr>
          <p:cNvPr id="1210" name="Google Shape;1210;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11" name="Google Shape;1211;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ru-RU"/>
              <a:t>Фото</a:t>
            </a:r>
            <a:endParaRPr/>
          </a:p>
        </p:txBody>
      </p:sp>
      <p:sp>
        <p:nvSpPr>
          <p:cNvPr id="1212" name="Google Shape;1212;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ru-RU"/>
              <a:t>23</a:t>
            </a:fld>
            <a:endParaRPr/>
          </a:p>
        </p:txBody>
      </p:sp>
    </p:spTree>
    <p:extLst>
      <p:ext uri="{BB962C8B-B14F-4D97-AF65-F5344CB8AC3E}">
        <p14:creationId xmlns:p14="http://schemas.microsoft.com/office/powerpoint/2010/main" val="34368150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7"/>
        <p:cNvGrpSpPr/>
        <p:nvPr/>
      </p:nvGrpSpPr>
      <p:grpSpPr>
        <a:xfrm>
          <a:off x="0" y="0"/>
          <a:ext cx="0" cy="0"/>
          <a:chOff x="0" y="0"/>
          <a:chExt cx="0" cy="0"/>
        </a:xfrm>
      </p:grpSpPr>
      <p:sp>
        <p:nvSpPr>
          <p:cNvPr id="1108" name="Google Shape;1108;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9" name="Google Shape;110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951845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9"/>
        <p:cNvGrpSpPr/>
        <p:nvPr/>
      </p:nvGrpSpPr>
      <p:grpSpPr>
        <a:xfrm>
          <a:off x="0" y="0"/>
          <a:ext cx="0" cy="0"/>
          <a:chOff x="0" y="0"/>
          <a:chExt cx="0" cy="0"/>
        </a:xfrm>
      </p:grpSpPr>
      <p:sp>
        <p:nvSpPr>
          <p:cNvPr id="1210" name="Google Shape;1210;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11" name="Google Shape;1211;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ru-RU"/>
              <a:t>Фото</a:t>
            </a:r>
            <a:endParaRPr/>
          </a:p>
        </p:txBody>
      </p:sp>
      <p:sp>
        <p:nvSpPr>
          <p:cNvPr id="1212" name="Google Shape;1212;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ru-RU"/>
              <a:t>25</a:t>
            </a:fld>
            <a:endParaRPr/>
          </a:p>
        </p:txBody>
      </p:sp>
    </p:spTree>
    <p:extLst>
      <p:ext uri="{BB962C8B-B14F-4D97-AF65-F5344CB8AC3E}">
        <p14:creationId xmlns:p14="http://schemas.microsoft.com/office/powerpoint/2010/main" val="28260927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7"/>
        <p:cNvGrpSpPr/>
        <p:nvPr/>
      </p:nvGrpSpPr>
      <p:grpSpPr>
        <a:xfrm>
          <a:off x="0" y="0"/>
          <a:ext cx="0" cy="0"/>
          <a:chOff x="0" y="0"/>
          <a:chExt cx="0" cy="0"/>
        </a:xfrm>
      </p:grpSpPr>
      <p:sp>
        <p:nvSpPr>
          <p:cNvPr id="1108" name="Google Shape;1108;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9" name="Google Shape;110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581739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9"/>
        <p:cNvGrpSpPr/>
        <p:nvPr/>
      </p:nvGrpSpPr>
      <p:grpSpPr>
        <a:xfrm>
          <a:off x="0" y="0"/>
          <a:ext cx="0" cy="0"/>
          <a:chOff x="0" y="0"/>
          <a:chExt cx="0" cy="0"/>
        </a:xfrm>
      </p:grpSpPr>
      <p:sp>
        <p:nvSpPr>
          <p:cNvPr id="1210" name="Google Shape;1210;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11" name="Google Shape;1211;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ru-RU"/>
              <a:t>Фото</a:t>
            </a:r>
            <a:endParaRPr/>
          </a:p>
        </p:txBody>
      </p:sp>
      <p:sp>
        <p:nvSpPr>
          <p:cNvPr id="1212" name="Google Shape;1212;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ru-RU"/>
              <a:t>27</a:t>
            </a:fld>
            <a:endParaRPr/>
          </a:p>
        </p:txBody>
      </p:sp>
    </p:spTree>
    <p:extLst>
      <p:ext uri="{BB962C8B-B14F-4D97-AF65-F5344CB8AC3E}">
        <p14:creationId xmlns:p14="http://schemas.microsoft.com/office/powerpoint/2010/main" val="4638666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Титульный слайд 2">
  <p:cSld name="Титульный слайд 2">
    <p:bg>
      <p:bgPr>
        <a:gradFill>
          <a:gsLst>
            <a:gs pos="0">
              <a:srgbClr val="91E2FE"/>
            </a:gs>
            <a:gs pos="14000">
              <a:schemeClr val="accent2"/>
            </a:gs>
            <a:gs pos="66000">
              <a:schemeClr val="accent1"/>
            </a:gs>
            <a:gs pos="100000">
              <a:schemeClr val="accent1"/>
            </a:gs>
          </a:gsLst>
          <a:lin ang="13500000" scaled="0"/>
        </a:gradFill>
        <a:effectLst/>
      </p:bgPr>
    </p:bg>
    <p:spTree>
      <p:nvGrpSpPr>
        <p:cNvPr id="1" name="Shape 51"/>
        <p:cNvGrpSpPr/>
        <p:nvPr/>
      </p:nvGrpSpPr>
      <p:grpSpPr>
        <a:xfrm>
          <a:off x="0" y="0"/>
          <a:ext cx="0" cy="0"/>
          <a:chOff x="0" y="0"/>
          <a:chExt cx="0" cy="0"/>
        </a:xfrm>
      </p:grpSpPr>
      <p:sp>
        <p:nvSpPr>
          <p:cNvPr id="52" name="Google Shape;52;p46"/>
          <p:cNvSpPr txBox="1">
            <a:spLocks noGrp="1"/>
          </p:cNvSpPr>
          <p:nvPr>
            <p:ph type="body" idx="1"/>
          </p:nvPr>
        </p:nvSpPr>
        <p:spPr>
          <a:xfrm>
            <a:off x="560194" y="6083856"/>
            <a:ext cx="1649811" cy="369332"/>
          </a:xfrm>
          <a:prstGeom prst="rect">
            <a:avLst/>
          </a:prstGeom>
          <a:noFill/>
          <a:ln>
            <a:noFill/>
          </a:ln>
        </p:spPr>
        <p:txBody>
          <a:bodyPr spcFirstLastPara="1" wrap="square" lIns="91425" tIns="45700" rIns="91425" bIns="45700" anchor="t" anchorCtr="0">
            <a:spAutoFit/>
          </a:bodyPr>
          <a:lstStyle>
            <a:lvl1pPr marL="457200" marR="0" lvl="0" indent="-228600" algn="l" rtl="0">
              <a:lnSpc>
                <a:spcPct val="100000"/>
              </a:lnSpc>
              <a:spcBef>
                <a:spcPts val="0"/>
              </a:spcBef>
              <a:spcAft>
                <a:spcPts val="0"/>
              </a:spcAft>
              <a:buClr>
                <a:schemeClr val="lt1"/>
              </a:buClr>
              <a:buSzPts val="1800"/>
              <a:buFont typeface="Arial"/>
              <a:buNone/>
              <a:defRPr sz="1800" b="0" i="0" u="none" strike="noStrike" cap="none">
                <a:solidFill>
                  <a:schemeClr val="lt1"/>
                </a:solidFill>
                <a:latin typeface="Montserrat"/>
                <a:ea typeface="Montserrat"/>
                <a:cs typeface="Montserrat"/>
                <a:sym typeface="Montserrat"/>
              </a:defRPr>
            </a:lvl1pPr>
            <a:lvl2pPr marL="914400" marR="0" lvl="1" indent="-381000" algn="l" rtl="0">
              <a:lnSpc>
                <a:spcPct val="90000"/>
              </a:lnSpc>
              <a:spcBef>
                <a:spcPts val="600"/>
              </a:spcBef>
              <a:spcAft>
                <a:spcPts val="0"/>
              </a:spcAft>
              <a:buClr>
                <a:schemeClr val="dk1"/>
              </a:buClr>
              <a:buSzPts val="2400"/>
              <a:buFont typeface="Arial"/>
              <a:buChar char="•"/>
              <a:defRPr sz="2400" b="0" i="0" u="none" strike="noStrike" cap="none">
                <a:solidFill>
                  <a:schemeClr val="dk1"/>
                </a:solidFill>
                <a:latin typeface="Montserrat"/>
                <a:ea typeface="Montserrat"/>
                <a:cs typeface="Montserrat"/>
                <a:sym typeface="Montserrat"/>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Montserrat"/>
                <a:ea typeface="Montserrat"/>
                <a:cs typeface="Montserrat"/>
                <a:sym typeface="Montserra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9pPr>
          </a:lstStyle>
          <a:p>
            <a:endParaRPr/>
          </a:p>
        </p:txBody>
      </p:sp>
      <p:sp>
        <p:nvSpPr>
          <p:cNvPr id="53" name="Google Shape;53;p46"/>
          <p:cNvSpPr txBox="1">
            <a:spLocks noGrp="1"/>
          </p:cNvSpPr>
          <p:nvPr>
            <p:ph type="body" idx="2"/>
          </p:nvPr>
        </p:nvSpPr>
        <p:spPr>
          <a:xfrm>
            <a:off x="560194" y="3890246"/>
            <a:ext cx="4752575" cy="461665"/>
          </a:xfrm>
          <a:prstGeom prst="rect">
            <a:avLst/>
          </a:prstGeom>
          <a:noFill/>
          <a:ln>
            <a:noFill/>
          </a:ln>
        </p:spPr>
        <p:txBody>
          <a:bodyPr spcFirstLastPara="1" wrap="square" lIns="91425" tIns="45700" rIns="91425" bIns="45700" anchor="t" anchorCtr="0">
            <a:spAutoFit/>
          </a:bodyPr>
          <a:lstStyle>
            <a:lvl1pPr marL="457200" marR="0" lvl="0" indent="-228600" algn="l" rtl="0">
              <a:lnSpc>
                <a:spcPct val="100000"/>
              </a:lnSpc>
              <a:spcBef>
                <a:spcPts val="0"/>
              </a:spcBef>
              <a:spcAft>
                <a:spcPts val="0"/>
              </a:spcAft>
              <a:buClr>
                <a:schemeClr val="lt1"/>
              </a:buClr>
              <a:buSzPts val="2400"/>
              <a:buFont typeface="Arial"/>
              <a:buNone/>
              <a:defRPr sz="2400" b="0" i="0" u="none" strike="noStrike" cap="none">
                <a:solidFill>
                  <a:schemeClr val="lt1"/>
                </a:solidFill>
                <a:latin typeface="Montserrat"/>
                <a:ea typeface="Montserrat"/>
                <a:cs typeface="Montserrat"/>
                <a:sym typeface="Montserrat"/>
              </a:defRPr>
            </a:lvl1pPr>
            <a:lvl2pPr marL="914400" marR="0" lvl="1" indent="-381000" algn="l" rtl="0">
              <a:lnSpc>
                <a:spcPct val="90000"/>
              </a:lnSpc>
              <a:spcBef>
                <a:spcPts val="600"/>
              </a:spcBef>
              <a:spcAft>
                <a:spcPts val="0"/>
              </a:spcAft>
              <a:buClr>
                <a:schemeClr val="dk1"/>
              </a:buClr>
              <a:buSzPts val="2400"/>
              <a:buFont typeface="Arial"/>
              <a:buChar char="•"/>
              <a:defRPr sz="2400" b="0" i="0" u="none" strike="noStrike" cap="none">
                <a:solidFill>
                  <a:schemeClr val="dk1"/>
                </a:solidFill>
                <a:latin typeface="Montserrat"/>
                <a:ea typeface="Montserrat"/>
                <a:cs typeface="Montserrat"/>
                <a:sym typeface="Montserrat"/>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Montserrat"/>
                <a:ea typeface="Montserrat"/>
                <a:cs typeface="Montserrat"/>
                <a:sym typeface="Montserra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9pPr>
          </a:lstStyle>
          <a:p>
            <a:endParaRPr/>
          </a:p>
        </p:txBody>
      </p:sp>
      <p:sp>
        <p:nvSpPr>
          <p:cNvPr id="54" name="Google Shape;54;p46"/>
          <p:cNvSpPr txBox="1">
            <a:spLocks noGrp="1"/>
          </p:cNvSpPr>
          <p:nvPr>
            <p:ph type="body" idx="3"/>
          </p:nvPr>
        </p:nvSpPr>
        <p:spPr>
          <a:xfrm>
            <a:off x="560194" y="3105834"/>
            <a:ext cx="8234671" cy="646331"/>
          </a:xfrm>
          <a:prstGeom prst="rect">
            <a:avLst/>
          </a:prstGeom>
          <a:noFill/>
          <a:ln>
            <a:noFill/>
          </a:ln>
        </p:spPr>
        <p:txBody>
          <a:bodyPr spcFirstLastPara="1" wrap="square" lIns="91425" tIns="45700" rIns="91425" bIns="45700" anchor="t" anchorCtr="0">
            <a:spAutoFit/>
          </a:bodyPr>
          <a:lstStyle>
            <a:lvl1pPr marL="457200" marR="0" lvl="0" indent="-228600" algn="l" rtl="0">
              <a:lnSpc>
                <a:spcPct val="100000"/>
              </a:lnSpc>
              <a:spcBef>
                <a:spcPts val="0"/>
              </a:spcBef>
              <a:spcAft>
                <a:spcPts val="0"/>
              </a:spcAft>
              <a:buClr>
                <a:schemeClr val="lt1"/>
              </a:buClr>
              <a:buSzPts val="3600"/>
              <a:buFont typeface="Arial"/>
              <a:buNone/>
              <a:defRPr sz="3600" b="1" i="0" u="none" strike="noStrike" cap="none">
                <a:solidFill>
                  <a:schemeClr val="lt1"/>
                </a:solidFill>
                <a:latin typeface="Montserrat"/>
                <a:ea typeface="Montserrat"/>
                <a:cs typeface="Montserrat"/>
                <a:sym typeface="Montserrat"/>
              </a:defRPr>
            </a:lvl1pPr>
            <a:lvl2pPr marL="914400" marR="0" lvl="1" indent="-381000" algn="l" rtl="0">
              <a:lnSpc>
                <a:spcPct val="90000"/>
              </a:lnSpc>
              <a:spcBef>
                <a:spcPts val="600"/>
              </a:spcBef>
              <a:spcAft>
                <a:spcPts val="0"/>
              </a:spcAft>
              <a:buClr>
                <a:schemeClr val="dk1"/>
              </a:buClr>
              <a:buSzPts val="2400"/>
              <a:buFont typeface="Arial"/>
              <a:buChar char="•"/>
              <a:defRPr sz="2400" b="0" i="0" u="none" strike="noStrike" cap="none">
                <a:solidFill>
                  <a:schemeClr val="dk1"/>
                </a:solidFill>
                <a:latin typeface="Montserrat"/>
                <a:ea typeface="Montserrat"/>
                <a:cs typeface="Montserrat"/>
                <a:sym typeface="Montserrat"/>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Montserrat"/>
                <a:ea typeface="Montserrat"/>
                <a:cs typeface="Montserrat"/>
                <a:sym typeface="Montserra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9pPr>
          </a:lstStyle>
          <a:p>
            <a:endParaRPr/>
          </a:p>
        </p:txBody>
      </p:sp>
      <p:grpSp>
        <p:nvGrpSpPr>
          <p:cNvPr id="55" name="Google Shape;55;p46"/>
          <p:cNvGrpSpPr/>
          <p:nvPr/>
        </p:nvGrpSpPr>
        <p:grpSpPr>
          <a:xfrm>
            <a:off x="562856" y="710612"/>
            <a:ext cx="2522375" cy="1205115"/>
            <a:chOff x="562856" y="710612"/>
            <a:chExt cx="2522375" cy="1205115"/>
          </a:xfrm>
        </p:grpSpPr>
        <p:grpSp>
          <p:nvGrpSpPr>
            <p:cNvPr id="56" name="Google Shape;56;p46"/>
            <p:cNvGrpSpPr/>
            <p:nvPr/>
          </p:nvGrpSpPr>
          <p:grpSpPr>
            <a:xfrm>
              <a:off x="562856" y="710612"/>
              <a:ext cx="948024" cy="997597"/>
              <a:chOff x="562856" y="710612"/>
              <a:chExt cx="948024" cy="997597"/>
            </a:xfrm>
          </p:grpSpPr>
          <p:grpSp>
            <p:nvGrpSpPr>
              <p:cNvPr id="57" name="Google Shape;57;p46"/>
              <p:cNvGrpSpPr/>
              <p:nvPr/>
            </p:nvGrpSpPr>
            <p:grpSpPr>
              <a:xfrm>
                <a:off x="562856" y="985371"/>
                <a:ext cx="948024" cy="722838"/>
                <a:chOff x="562856" y="985371"/>
                <a:chExt cx="948024" cy="722838"/>
              </a:xfrm>
            </p:grpSpPr>
            <p:grpSp>
              <p:nvGrpSpPr>
                <p:cNvPr id="58" name="Google Shape;58;p46"/>
                <p:cNvGrpSpPr/>
                <p:nvPr/>
              </p:nvGrpSpPr>
              <p:grpSpPr>
                <a:xfrm>
                  <a:off x="562856" y="985371"/>
                  <a:ext cx="948024" cy="722838"/>
                  <a:chOff x="562856" y="985371"/>
                  <a:chExt cx="948024" cy="722838"/>
                </a:xfrm>
              </p:grpSpPr>
              <p:grpSp>
                <p:nvGrpSpPr>
                  <p:cNvPr id="59" name="Google Shape;59;p46"/>
                  <p:cNvGrpSpPr/>
                  <p:nvPr/>
                </p:nvGrpSpPr>
                <p:grpSpPr>
                  <a:xfrm>
                    <a:off x="714672" y="985371"/>
                    <a:ext cx="643294" cy="722838"/>
                    <a:chOff x="714672" y="985371"/>
                    <a:chExt cx="643294" cy="722838"/>
                  </a:xfrm>
                </p:grpSpPr>
                <p:sp>
                  <p:nvSpPr>
                    <p:cNvPr id="60" name="Google Shape;60;p46"/>
                    <p:cNvSpPr/>
                    <p:nvPr/>
                  </p:nvSpPr>
                  <p:spPr>
                    <a:xfrm>
                      <a:off x="1166997" y="1035802"/>
                      <a:ext cx="158790" cy="306640"/>
                    </a:xfrm>
                    <a:custGeom>
                      <a:avLst/>
                      <a:gdLst/>
                      <a:ahLst/>
                      <a:cxnLst/>
                      <a:rect l="l" t="t" r="r" b="b"/>
                      <a:pathLst>
                        <a:path w="158790" h="306640" extrusionOk="0">
                          <a:moveTo>
                            <a:pt x="50419" y="269542"/>
                          </a:moveTo>
                          <a:cubicBezTo>
                            <a:pt x="98520" y="178536"/>
                            <a:pt x="136189" y="82892"/>
                            <a:pt x="158790" y="2898"/>
                          </a:cubicBezTo>
                          <a:cubicBezTo>
                            <a:pt x="150097" y="1739"/>
                            <a:pt x="141405" y="1159"/>
                            <a:pt x="132132" y="0"/>
                          </a:cubicBezTo>
                          <a:cubicBezTo>
                            <a:pt x="110110" y="75356"/>
                            <a:pt x="74759" y="166942"/>
                            <a:pt x="27238" y="257370"/>
                          </a:cubicBezTo>
                          <a:cubicBezTo>
                            <a:pt x="18545" y="274180"/>
                            <a:pt x="9272" y="290410"/>
                            <a:pt x="0" y="306641"/>
                          </a:cubicBezTo>
                          <a:cubicBezTo>
                            <a:pt x="12749" y="302583"/>
                            <a:pt x="25499" y="297946"/>
                            <a:pt x="38249" y="293309"/>
                          </a:cubicBezTo>
                          <a:cubicBezTo>
                            <a:pt x="41726" y="285193"/>
                            <a:pt x="45783" y="277078"/>
                            <a:pt x="50419" y="269542"/>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61" name="Google Shape;61;p46"/>
                    <p:cNvSpPr/>
                    <p:nvPr/>
                  </p:nvSpPr>
                  <p:spPr>
                    <a:xfrm>
                      <a:off x="742204" y="1094927"/>
                      <a:ext cx="154733" cy="307800"/>
                    </a:xfrm>
                    <a:custGeom>
                      <a:avLst/>
                      <a:gdLst/>
                      <a:ahLst/>
                      <a:cxnLst/>
                      <a:rect l="l" t="t" r="r" b="b"/>
                      <a:pathLst>
                        <a:path w="154733" h="307800" extrusionOk="0">
                          <a:moveTo>
                            <a:pt x="137348" y="31881"/>
                          </a:moveTo>
                          <a:cubicBezTo>
                            <a:pt x="143143" y="20868"/>
                            <a:pt x="148938" y="10434"/>
                            <a:pt x="154734" y="0"/>
                          </a:cubicBezTo>
                          <a:cubicBezTo>
                            <a:pt x="141984" y="4058"/>
                            <a:pt x="129814" y="8115"/>
                            <a:pt x="117644" y="12173"/>
                          </a:cubicBezTo>
                          <a:cubicBezTo>
                            <a:pt x="116485" y="14492"/>
                            <a:pt x="114746" y="16810"/>
                            <a:pt x="113587" y="19708"/>
                          </a:cubicBezTo>
                          <a:cubicBezTo>
                            <a:pt x="60271" y="120569"/>
                            <a:pt x="22022" y="219112"/>
                            <a:pt x="0" y="306061"/>
                          </a:cubicBezTo>
                          <a:cubicBezTo>
                            <a:pt x="8693" y="306641"/>
                            <a:pt x="17386" y="307221"/>
                            <a:pt x="26658" y="307800"/>
                          </a:cubicBezTo>
                          <a:cubicBezTo>
                            <a:pt x="48101" y="226648"/>
                            <a:pt x="84031" y="132163"/>
                            <a:pt x="137348" y="3188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nvGrpSpPr>
                    <p:cNvPr id="62" name="Google Shape;62;p46"/>
                    <p:cNvGrpSpPr/>
                    <p:nvPr/>
                  </p:nvGrpSpPr>
                  <p:grpSpPr>
                    <a:xfrm>
                      <a:off x="714672" y="985371"/>
                      <a:ext cx="643294" cy="448657"/>
                      <a:chOff x="714672" y="985371"/>
                      <a:chExt cx="643294" cy="448657"/>
                    </a:xfrm>
                  </p:grpSpPr>
                  <p:sp>
                    <p:nvSpPr>
                      <p:cNvPr id="63" name="Google Shape;63;p46"/>
                      <p:cNvSpPr/>
                      <p:nvPr/>
                    </p:nvSpPr>
                    <p:spPr>
                      <a:xfrm>
                        <a:off x="816384" y="1253174"/>
                        <a:ext cx="323955" cy="175057"/>
                      </a:xfrm>
                      <a:custGeom>
                        <a:avLst/>
                        <a:gdLst/>
                        <a:ahLst/>
                        <a:cxnLst/>
                        <a:rect l="l" t="t" r="r" b="b"/>
                        <a:pathLst>
                          <a:path w="323955" h="175057" extrusionOk="0">
                            <a:moveTo>
                              <a:pt x="11591" y="0"/>
                            </a:moveTo>
                            <a:cubicBezTo>
                              <a:pt x="7534" y="9275"/>
                              <a:pt x="3477" y="18549"/>
                              <a:pt x="0" y="27824"/>
                            </a:cubicBezTo>
                            <a:cubicBezTo>
                              <a:pt x="38249" y="62024"/>
                              <a:pt x="85770" y="93905"/>
                              <a:pt x="140245" y="120570"/>
                            </a:cubicBezTo>
                            <a:cubicBezTo>
                              <a:pt x="196460" y="147814"/>
                              <a:pt x="253833" y="166363"/>
                              <a:pt x="307729" y="175058"/>
                            </a:cubicBezTo>
                            <a:cubicBezTo>
                              <a:pt x="313524" y="166943"/>
                              <a:pt x="318740" y="158248"/>
                              <a:pt x="323956" y="149553"/>
                            </a:cubicBezTo>
                            <a:cubicBezTo>
                              <a:pt x="269480" y="142597"/>
                              <a:pt x="209789" y="124048"/>
                              <a:pt x="151836" y="95644"/>
                            </a:cubicBezTo>
                            <a:cubicBezTo>
                              <a:pt x="97360" y="68980"/>
                              <a:pt x="49260" y="35359"/>
                              <a:pt x="11591" y="0"/>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64" name="Google Shape;64;p46"/>
                      <p:cNvSpPr/>
                      <p:nvPr/>
                    </p:nvSpPr>
                    <p:spPr>
                      <a:xfrm>
                        <a:off x="714672" y="985371"/>
                        <a:ext cx="643294" cy="448657"/>
                      </a:xfrm>
                      <a:custGeom>
                        <a:avLst/>
                        <a:gdLst/>
                        <a:ahLst/>
                        <a:cxnLst/>
                        <a:rect l="l" t="t" r="r" b="b"/>
                        <a:pathLst>
                          <a:path w="643294" h="448657" extrusionOk="0">
                            <a:moveTo>
                              <a:pt x="596628" y="211576"/>
                            </a:moveTo>
                            <a:cubicBezTo>
                              <a:pt x="553163" y="153610"/>
                              <a:pt x="483620" y="99702"/>
                              <a:pt x="401907" y="60285"/>
                            </a:cubicBezTo>
                            <a:cubicBezTo>
                              <a:pt x="322512" y="21447"/>
                              <a:pt x="239639" y="0"/>
                              <a:pt x="168357" y="0"/>
                            </a:cubicBezTo>
                            <a:cubicBezTo>
                              <a:pt x="89542" y="0"/>
                              <a:pt x="33907" y="25505"/>
                              <a:pt x="10726" y="72458"/>
                            </a:cubicBezTo>
                            <a:cubicBezTo>
                              <a:pt x="-17671" y="130424"/>
                              <a:pt x="11885" y="206359"/>
                              <a:pt x="80849" y="275919"/>
                            </a:cubicBezTo>
                            <a:cubicBezTo>
                              <a:pt x="84905" y="266644"/>
                              <a:pt x="88383" y="256790"/>
                              <a:pt x="92439" y="247515"/>
                            </a:cubicBezTo>
                            <a:cubicBezTo>
                              <a:pt x="38543" y="189549"/>
                              <a:pt x="14203" y="128105"/>
                              <a:pt x="35066" y="84631"/>
                            </a:cubicBezTo>
                            <a:cubicBezTo>
                              <a:pt x="52452" y="48692"/>
                              <a:pt x="101132" y="27824"/>
                              <a:pt x="167778" y="27824"/>
                            </a:cubicBezTo>
                            <a:cubicBezTo>
                              <a:pt x="235003" y="27824"/>
                              <a:pt x="313819" y="48112"/>
                              <a:pt x="389157" y="85210"/>
                            </a:cubicBezTo>
                            <a:cubicBezTo>
                              <a:pt x="466814" y="123468"/>
                              <a:pt x="532300" y="173898"/>
                              <a:pt x="573447" y="228387"/>
                            </a:cubicBezTo>
                            <a:cubicBezTo>
                              <a:pt x="612275" y="279976"/>
                              <a:pt x="624445" y="328088"/>
                              <a:pt x="607059" y="364027"/>
                            </a:cubicBezTo>
                            <a:cubicBezTo>
                              <a:pt x="589673" y="399966"/>
                              <a:pt x="540993" y="420834"/>
                              <a:pt x="474348" y="420834"/>
                            </a:cubicBezTo>
                            <a:cubicBezTo>
                              <a:pt x="467973" y="420834"/>
                              <a:pt x="461018" y="420254"/>
                              <a:pt x="454644" y="420254"/>
                            </a:cubicBezTo>
                            <a:cubicBezTo>
                              <a:pt x="448848" y="428949"/>
                              <a:pt x="443633" y="438224"/>
                              <a:pt x="437837" y="446919"/>
                            </a:cubicBezTo>
                            <a:cubicBezTo>
                              <a:pt x="450008" y="448078"/>
                              <a:pt x="462177" y="448658"/>
                              <a:pt x="474348" y="448658"/>
                            </a:cubicBezTo>
                            <a:cubicBezTo>
                              <a:pt x="553163" y="448658"/>
                              <a:pt x="608798" y="423153"/>
                              <a:pt x="631979" y="376200"/>
                            </a:cubicBezTo>
                            <a:cubicBezTo>
                              <a:pt x="655160" y="330407"/>
                              <a:pt x="642410" y="272441"/>
                              <a:pt x="596628" y="211576"/>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sp>
                  <p:nvSpPr>
                    <p:cNvPr id="65" name="Google Shape;65;p46"/>
                    <p:cNvSpPr/>
                    <p:nvPr/>
                  </p:nvSpPr>
                  <p:spPr>
                    <a:xfrm>
                      <a:off x="719403" y="1364470"/>
                      <a:ext cx="463821" cy="343739"/>
                    </a:xfrm>
                    <a:custGeom>
                      <a:avLst/>
                      <a:gdLst/>
                      <a:ahLst/>
                      <a:cxnLst/>
                      <a:rect l="l" t="t" r="r" b="b"/>
                      <a:pathLst>
                        <a:path w="463821" h="343739" extrusionOk="0">
                          <a:moveTo>
                            <a:pt x="425573" y="12753"/>
                          </a:moveTo>
                          <a:cubicBezTo>
                            <a:pt x="315462" y="191288"/>
                            <a:pt x="183330" y="317654"/>
                            <a:pt x="99878" y="317654"/>
                          </a:cubicBezTo>
                          <a:cubicBezTo>
                            <a:pt x="88867" y="317654"/>
                            <a:pt x="79015" y="315336"/>
                            <a:pt x="70323" y="310699"/>
                          </a:cubicBezTo>
                          <a:cubicBezTo>
                            <a:pt x="25119" y="286932"/>
                            <a:pt x="12949" y="194766"/>
                            <a:pt x="42505" y="64922"/>
                          </a:cubicBezTo>
                          <a:cubicBezTo>
                            <a:pt x="33233" y="64342"/>
                            <a:pt x="24540" y="63763"/>
                            <a:pt x="15847" y="63183"/>
                          </a:cubicBezTo>
                          <a:cubicBezTo>
                            <a:pt x="-14288" y="199403"/>
                            <a:pt x="-2118" y="302583"/>
                            <a:pt x="58152" y="333885"/>
                          </a:cubicBezTo>
                          <a:cubicBezTo>
                            <a:pt x="70323" y="340261"/>
                            <a:pt x="84811" y="343739"/>
                            <a:pt x="99878" y="343739"/>
                          </a:cubicBezTo>
                          <a:cubicBezTo>
                            <a:pt x="198978" y="343739"/>
                            <a:pt x="343859" y="205200"/>
                            <a:pt x="463821" y="0"/>
                          </a:cubicBezTo>
                          <a:cubicBezTo>
                            <a:pt x="451651" y="5217"/>
                            <a:pt x="438902" y="9275"/>
                            <a:pt x="425573" y="12753"/>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grpSp>
                <p:nvGrpSpPr>
                  <p:cNvPr id="66" name="Google Shape;66;p46"/>
                  <p:cNvGrpSpPr/>
                  <p:nvPr/>
                </p:nvGrpSpPr>
                <p:grpSpPr>
                  <a:xfrm>
                    <a:off x="562856" y="999863"/>
                    <a:ext cx="948024" cy="419094"/>
                    <a:chOff x="562856" y="999863"/>
                    <a:chExt cx="948024" cy="419094"/>
                  </a:xfrm>
                </p:grpSpPr>
                <p:sp>
                  <p:nvSpPr>
                    <p:cNvPr id="67" name="Google Shape;67;p46"/>
                    <p:cNvSpPr/>
                    <p:nvPr/>
                  </p:nvSpPr>
                  <p:spPr>
                    <a:xfrm>
                      <a:off x="1007048" y="1275781"/>
                      <a:ext cx="316421" cy="115932"/>
                    </a:xfrm>
                    <a:custGeom>
                      <a:avLst/>
                      <a:gdLst/>
                      <a:ahLst/>
                      <a:cxnLst/>
                      <a:rect l="l" t="t" r="r" b="b"/>
                      <a:pathLst>
                        <a:path w="316421" h="115932" extrusionOk="0">
                          <a:moveTo>
                            <a:pt x="64328" y="84630"/>
                          </a:moveTo>
                          <a:cubicBezTo>
                            <a:pt x="42885" y="89848"/>
                            <a:pt x="21443" y="93905"/>
                            <a:pt x="0" y="97963"/>
                          </a:cubicBezTo>
                          <a:cubicBezTo>
                            <a:pt x="17386" y="104919"/>
                            <a:pt x="34192" y="110715"/>
                            <a:pt x="50998" y="115932"/>
                          </a:cubicBezTo>
                          <a:cubicBezTo>
                            <a:pt x="57373" y="114773"/>
                            <a:pt x="63748" y="113034"/>
                            <a:pt x="70123" y="111875"/>
                          </a:cubicBezTo>
                          <a:cubicBezTo>
                            <a:pt x="161108" y="91007"/>
                            <a:pt x="245719" y="61444"/>
                            <a:pt x="316422" y="26664"/>
                          </a:cubicBezTo>
                          <a:cubicBezTo>
                            <a:pt x="314683" y="17969"/>
                            <a:pt x="312365" y="9274"/>
                            <a:pt x="308888" y="0"/>
                          </a:cubicBezTo>
                          <a:cubicBezTo>
                            <a:pt x="239924" y="34200"/>
                            <a:pt x="155313" y="63763"/>
                            <a:pt x="64328" y="84630"/>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68" name="Google Shape;68;p46"/>
                    <p:cNvSpPr/>
                    <p:nvPr/>
                  </p:nvSpPr>
                  <p:spPr>
                    <a:xfrm>
                      <a:off x="738727" y="1033483"/>
                      <a:ext cx="300774" cy="115932"/>
                    </a:xfrm>
                    <a:custGeom>
                      <a:avLst/>
                      <a:gdLst/>
                      <a:ahLst/>
                      <a:cxnLst/>
                      <a:rect l="l" t="t" r="r" b="b"/>
                      <a:pathLst>
                        <a:path w="300774" h="115932" extrusionOk="0">
                          <a:moveTo>
                            <a:pt x="0" y="88688"/>
                          </a:moveTo>
                          <a:cubicBezTo>
                            <a:pt x="1159" y="97383"/>
                            <a:pt x="3477" y="106658"/>
                            <a:pt x="6375" y="115932"/>
                          </a:cubicBezTo>
                          <a:cubicBezTo>
                            <a:pt x="73600" y="81153"/>
                            <a:pt x="160529" y="48692"/>
                            <a:pt x="263105" y="24925"/>
                          </a:cubicBezTo>
                          <a:cubicBezTo>
                            <a:pt x="275855" y="22027"/>
                            <a:pt x="288025" y="19129"/>
                            <a:pt x="300775" y="16810"/>
                          </a:cubicBezTo>
                          <a:cubicBezTo>
                            <a:pt x="282809" y="10434"/>
                            <a:pt x="265423" y="4637"/>
                            <a:pt x="248038" y="0"/>
                          </a:cubicBezTo>
                          <a:cubicBezTo>
                            <a:pt x="152995" y="23186"/>
                            <a:pt x="68384" y="53909"/>
                            <a:pt x="0" y="88688"/>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69" name="Google Shape;69;p46"/>
                    <p:cNvSpPr/>
                    <p:nvPr/>
                  </p:nvSpPr>
                  <p:spPr>
                    <a:xfrm>
                      <a:off x="562856" y="1136083"/>
                      <a:ext cx="442453" cy="282874"/>
                    </a:xfrm>
                    <a:custGeom>
                      <a:avLst/>
                      <a:gdLst/>
                      <a:ahLst/>
                      <a:cxnLst/>
                      <a:rect l="l" t="t" r="r" b="b"/>
                      <a:pathLst>
                        <a:path w="442453" h="282874" extrusionOk="0">
                          <a:moveTo>
                            <a:pt x="393773" y="245776"/>
                          </a:moveTo>
                          <a:cubicBezTo>
                            <a:pt x="346252" y="252153"/>
                            <a:pt x="299890" y="255631"/>
                            <a:pt x="257005" y="255631"/>
                          </a:cubicBezTo>
                          <a:cubicBezTo>
                            <a:pt x="127191" y="255631"/>
                            <a:pt x="39682" y="225488"/>
                            <a:pt x="28671" y="176797"/>
                          </a:cubicBezTo>
                          <a:cubicBezTo>
                            <a:pt x="19399" y="135641"/>
                            <a:pt x="66920" y="79414"/>
                            <a:pt x="157906" y="27244"/>
                          </a:cubicBezTo>
                          <a:cubicBezTo>
                            <a:pt x="154428" y="17970"/>
                            <a:pt x="152110" y="9275"/>
                            <a:pt x="150372" y="0"/>
                          </a:cubicBezTo>
                          <a:cubicBezTo>
                            <a:pt x="47216" y="57966"/>
                            <a:pt x="-11896" y="124627"/>
                            <a:pt x="2013" y="182593"/>
                          </a:cubicBezTo>
                          <a:cubicBezTo>
                            <a:pt x="17080" y="246356"/>
                            <a:pt x="109805" y="282875"/>
                            <a:pt x="257584" y="282875"/>
                          </a:cubicBezTo>
                          <a:cubicBezTo>
                            <a:pt x="314957" y="282875"/>
                            <a:pt x="378126" y="277078"/>
                            <a:pt x="442453" y="266065"/>
                          </a:cubicBezTo>
                          <a:cubicBezTo>
                            <a:pt x="425647" y="260268"/>
                            <a:pt x="409420" y="253312"/>
                            <a:pt x="393773" y="245776"/>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70" name="Google Shape;70;p46"/>
                    <p:cNvSpPr/>
                    <p:nvPr/>
                  </p:nvSpPr>
                  <p:spPr>
                    <a:xfrm>
                      <a:off x="1041240" y="999863"/>
                      <a:ext cx="469640" cy="288671"/>
                    </a:xfrm>
                    <a:custGeom>
                      <a:avLst/>
                      <a:gdLst/>
                      <a:ahLst/>
                      <a:cxnLst/>
                      <a:rect l="l" t="t" r="r" b="b"/>
                      <a:pathLst>
                        <a:path w="469640" h="288671" extrusionOk="0">
                          <a:moveTo>
                            <a:pt x="467678" y="100281"/>
                          </a:moveTo>
                          <a:cubicBezTo>
                            <a:pt x="453190" y="36519"/>
                            <a:pt x="359886" y="0"/>
                            <a:pt x="212107" y="0"/>
                          </a:cubicBezTo>
                          <a:cubicBezTo>
                            <a:pt x="146620" y="0"/>
                            <a:pt x="73600" y="7536"/>
                            <a:pt x="0" y="22027"/>
                          </a:cubicBezTo>
                          <a:cubicBezTo>
                            <a:pt x="16227" y="27824"/>
                            <a:pt x="32454" y="34200"/>
                            <a:pt x="48680" y="41156"/>
                          </a:cubicBezTo>
                          <a:cubicBezTo>
                            <a:pt x="105474" y="31881"/>
                            <a:pt x="161109" y="27244"/>
                            <a:pt x="212107" y="27244"/>
                          </a:cubicBezTo>
                          <a:cubicBezTo>
                            <a:pt x="341921" y="27244"/>
                            <a:pt x="429430" y="57386"/>
                            <a:pt x="440441" y="106078"/>
                          </a:cubicBezTo>
                          <a:cubicBezTo>
                            <a:pt x="449133" y="143176"/>
                            <a:pt x="412044" y="191868"/>
                            <a:pt x="339023" y="238820"/>
                          </a:cubicBezTo>
                          <a:cubicBezTo>
                            <a:pt x="326274" y="246936"/>
                            <a:pt x="312945" y="254471"/>
                            <a:pt x="299036" y="262007"/>
                          </a:cubicBezTo>
                          <a:cubicBezTo>
                            <a:pt x="302513" y="271281"/>
                            <a:pt x="305411" y="279976"/>
                            <a:pt x="307729" y="288671"/>
                          </a:cubicBezTo>
                          <a:cubicBezTo>
                            <a:pt x="323956" y="279976"/>
                            <a:pt x="339603" y="270702"/>
                            <a:pt x="354091" y="262007"/>
                          </a:cubicBezTo>
                          <a:cubicBezTo>
                            <a:pt x="439282" y="208098"/>
                            <a:pt x="479269" y="150132"/>
                            <a:pt x="467678" y="10028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grpSp>
            <p:sp>
              <p:nvSpPr>
                <p:cNvPr id="71" name="Google Shape;71;p46"/>
                <p:cNvSpPr/>
                <p:nvPr/>
              </p:nvSpPr>
              <p:spPr>
                <a:xfrm>
                  <a:off x="953731" y="1135503"/>
                  <a:ext cx="152995" cy="153030"/>
                </a:xfrm>
                <a:custGeom>
                  <a:avLst/>
                  <a:gdLst/>
                  <a:ahLst/>
                  <a:cxnLst/>
                  <a:rect l="l" t="t" r="r" b="b"/>
                  <a:pathLst>
                    <a:path w="152995" h="153030" extrusionOk="0">
                      <a:moveTo>
                        <a:pt x="152995" y="76515"/>
                      </a:moveTo>
                      <a:cubicBezTo>
                        <a:pt x="152995" y="118831"/>
                        <a:pt x="118803" y="153031"/>
                        <a:pt x="76498" y="153031"/>
                      </a:cubicBezTo>
                      <a:cubicBezTo>
                        <a:pt x="34192" y="153031"/>
                        <a:pt x="0" y="118831"/>
                        <a:pt x="0" y="76515"/>
                      </a:cubicBezTo>
                      <a:cubicBezTo>
                        <a:pt x="0" y="34200"/>
                        <a:pt x="34192" y="0"/>
                        <a:pt x="76498" y="0"/>
                      </a:cubicBezTo>
                      <a:cubicBezTo>
                        <a:pt x="118803" y="0"/>
                        <a:pt x="152995" y="34200"/>
                        <a:pt x="152995" y="76515"/>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grpSp>
            <p:nvGrpSpPr>
              <p:cNvPr id="72" name="Google Shape;72;p46"/>
              <p:cNvGrpSpPr/>
              <p:nvPr/>
            </p:nvGrpSpPr>
            <p:grpSpPr>
              <a:xfrm>
                <a:off x="879552" y="710612"/>
                <a:ext cx="474043" cy="360549"/>
                <a:chOff x="879552" y="710612"/>
                <a:chExt cx="474043" cy="360549"/>
              </a:xfrm>
            </p:grpSpPr>
            <p:sp>
              <p:nvSpPr>
                <p:cNvPr id="73" name="Google Shape;73;p46"/>
                <p:cNvSpPr/>
                <p:nvPr/>
              </p:nvSpPr>
              <p:spPr>
                <a:xfrm>
                  <a:off x="879552" y="1007978"/>
                  <a:ext cx="67225" cy="63183"/>
                </a:xfrm>
                <a:custGeom>
                  <a:avLst/>
                  <a:gdLst/>
                  <a:ahLst/>
                  <a:cxnLst/>
                  <a:rect l="l" t="t" r="r" b="b"/>
                  <a:pathLst>
                    <a:path w="67225" h="63183" extrusionOk="0">
                      <a:moveTo>
                        <a:pt x="37090" y="52170"/>
                      </a:moveTo>
                      <a:cubicBezTo>
                        <a:pt x="46942" y="35939"/>
                        <a:pt x="56794" y="19708"/>
                        <a:pt x="67225" y="4058"/>
                      </a:cubicBezTo>
                      <a:cubicBezTo>
                        <a:pt x="57373" y="2319"/>
                        <a:pt x="47521" y="1159"/>
                        <a:pt x="37669" y="0"/>
                      </a:cubicBezTo>
                      <a:cubicBezTo>
                        <a:pt x="24920" y="20288"/>
                        <a:pt x="12170" y="41156"/>
                        <a:pt x="0" y="63183"/>
                      </a:cubicBezTo>
                      <a:cubicBezTo>
                        <a:pt x="12170" y="59705"/>
                        <a:pt x="24920" y="55648"/>
                        <a:pt x="37090" y="52170"/>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74" name="Google Shape;74;p46"/>
                <p:cNvSpPr/>
                <p:nvPr/>
              </p:nvSpPr>
              <p:spPr>
                <a:xfrm>
                  <a:off x="934607" y="710612"/>
                  <a:ext cx="418988" cy="307220"/>
                </a:xfrm>
                <a:custGeom>
                  <a:avLst/>
                  <a:gdLst/>
                  <a:ahLst/>
                  <a:cxnLst/>
                  <a:rect l="l" t="t" r="r" b="b"/>
                  <a:pathLst>
                    <a:path w="418988" h="307220" extrusionOk="0">
                      <a:moveTo>
                        <a:pt x="28976" y="276498"/>
                      </a:moveTo>
                      <a:cubicBezTo>
                        <a:pt x="130973" y="127525"/>
                        <a:pt x="244560" y="26664"/>
                        <a:pt x="318740" y="26664"/>
                      </a:cubicBezTo>
                      <a:cubicBezTo>
                        <a:pt x="329751" y="26664"/>
                        <a:pt x="339603" y="28983"/>
                        <a:pt x="348296" y="33620"/>
                      </a:cubicBezTo>
                      <a:cubicBezTo>
                        <a:pt x="396396" y="59125"/>
                        <a:pt x="406828" y="161726"/>
                        <a:pt x="370318" y="304322"/>
                      </a:cubicBezTo>
                      <a:cubicBezTo>
                        <a:pt x="379590" y="304902"/>
                        <a:pt x="388283" y="306061"/>
                        <a:pt x="396976" y="307221"/>
                      </a:cubicBezTo>
                      <a:cubicBezTo>
                        <a:pt x="434645" y="158248"/>
                        <a:pt x="424793" y="43475"/>
                        <a:pt x="361045" y="9854"/>
                      </a:cubicBezTo>
                      <a:cubicBezTo>
                        <a:pt x="348296" y="3478"/>
                        <a:pt x="334387" y="0"/>
                        <a:pt x="319319" y="0"/>
                      </a:cubicBezTo>
                      <a:cubicBezTo>
                        <a:pt x="232390" y="0"/>
                        <a:pt x="110110" y="106658"/>
                        <a:pt x="0" y="271861"/>
                      </a:cubicBezTo>
                      <a:cubicBezTo>
                        <a:pt x="9272" y="273021"/>
                        <a:pt x="19124" y="274760"/>
                        <a:pt x="28976" y="276498"/>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grpSp>
        <p:grpSp>
          <p:nvGrpSpPr>
            <p:cNvPr id="75" name="Google Shape;75;p46"/>
            <p:cNvGrpSpPr/>
            <p:nvPr/>
          </p:nvGrpSpPr>
          <p:grpSpPr>
            <a:xfrm>
              <a:off x="1207564" y="1490836"/>
              <a:ext cx="1816817" cy="424891"/>
              <a:chOff x="1207564" y="1490836"/>
              <a:chExt cx="1816817" cy="424891"/>
            </a:xfrm>
          </p:grpSpPr>
          <p:sp>
            <p:nvSpPr>
              <p:cNvPr id="76" name="Google Shape;76;p46"/>
              <p:cNvSpPr/>
              <p:nvPr/>
            </p:nvSpPr>
            <p:spPr>
              <a:xfrm>
                <a:off x="1207564" y="1490836"/>
                <a:ext cx="416679" cy="424891"/>
              </a:xfrm>
              <a:custGeom>
                <a:avLst/>
                <a:gdLst/>
                <a:ahLst/>
                <a:cxnLst/>
                <a:rect l="l" t="t" r="r" b="b"/>
                <a:pathLst>
                  <a:path w="416679" h="424891" extrusionOk="0">
                    <a:moveTo>
                      <a:pt x="351193" y="424892"/>
                    </a:moveTo>
                    <a:lnTo>
                      <a:pt x="351193" y="122888"/>
                    </a:lnTo>
                    <a:lnTo>
                      <a:pt x="208630" y="302583"/>
                    </a:lnTo>
                    <a:lnTo>
                      <a:pt x="65486" y="122888"/>
                    </a:lnTo>
                    <a:lnTo>
                      <a:pt x="65486" y="424892"/>
                    </a:lnTo>
                    <a:lnTo>
                      <a:pt x="0" y="424892"/>
                    </a:lnTo>
                    <a:lnTo>
                      <a:pt x="0" y="0"/>
                    </a:lnTo>
                    <a:lnTo>
                      <a:pt x="38249" y="0"/>
                    </a:lnTo>
                    <a:lnTo>
                      <a:pt x="208630" y="215634"/>
                    </a:lnTo>
                    <a:lnTo>
                      <a:pt x="379011" y="0"/>
                    </a:lnTo>
                    <a:lnTo>
                      <a:pt x="416680" y="0"/>
                    </a:lnTo>
                    <a:lnTo>
                      <a:pt x="416680" y="424892"/>
                    </a:lnTo>
                    <a:lnTo>
                      <a:pt x="351193" y="424892"/>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77" name="Google Shape;77;p46"/>
              <p:cNvSpPr/>
              <p:nvPr/>
            </p:nvSpPr>
            <p:spPr>
              <a:xfrm>
                <a:off x="1678140" y="1490836"/>
                <a:ext cx="328012" cy="424891"/>
              </a:xfrm>
              <a:custGeom>
                <a:avLst/>
                <a:gdLst/>
                <a:ahLst/>
                <a:cxnLst/>
                <a:rect l="l" t="t" r="r" b="b"/>
                <a:pathLst>
                  <a:path w="328012" h="424891" extrusionOk="0">
                    <a:moveTo>
                      <a:pt x="262526" y="424892"/>
                    </a:moveTo>
                    <a:lnTo>
                      <a:pt x="262526" y="125207"/>
                    </a:lnTo>
                    <a:lnTo>
                      <a:pt x="38249" y="424892"/>
                    </a:lnTo>
                    <a:lnTo>
                      <a:pt x="0" y="424892"/>
                    </a:lnTo>
                    <a:lnTo>
                      <a:pt x="0" y="0"/>
                    </a:lnTo>
                    <a:lnTo>
                      <a:pt x="65487" y="0"/>
                    </a:lnTo>
                    <a:lnTo>
                      <a:pt x="65487" y="299685"/>
                    </a:lnTo>
                    <a:lnTo>
                      <a:pt x="289763" y="0"/>
                    </a:lnTo>
                    <a:lnTo>
                      <a:pt x="328012" y="0"/>
                    </a:lnTo>
                    <a:lnTo>
                      <a:pt x="328012" y="424892"/>
                    </a:lnTo>
                    <a:lnTo>
                      <a:pt x="262526" y="424892"/>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78" name="Google Shape;78;p46"/>
              <p:cNvSpPr/>
              <p:nvPr/>
            </p:nvSpPr>
            <p:spPr>
              <a:xfrm>
                <a:off x="2696369" y="1490836"/>
                <a:ext cx="328012" cy="424891"/>
              </a:xfrm>
              <a:custGeom>
                <a:avLst/>
                <a:gdLst/>
                <a:ahLst/>
                <a:cxnLst/>
                <a:rect l="l" t="t" r="r" b="b"/>
                <a:pathLst>
                  <a:path w="328012" h="424891" extrusionOk="0">
                    <a:moveTo>
                      <a:pt x="262526" y="424892"/>
                    </a:moveTo>
                    <a:lnTo>
                      <a:pt x="262526" y="125207"/>
                    </a:lnTo>
                    <a:lnTo>
                      <a:pt x="38249" y="424892"/>
                    </a:lnTo>
                    <a:lnTo>
                      <a:pt x="0" y="424892"/>
                    </a:lnTo>
                    <a:lnTo>
                      <a:pt x="0" y="0"/>
                    </a:lnTo>
                    <a:lnTo>
                      <a:pt x="65486" y="0"/>
                    </a:lnTo>
                    <a:lnTo>
                      <a:pt x="65486" y="299685"/>
                    </a:lnTo>
                    <a:lnTo>
                      <a:pt x="289763" y="0"/>
                    </a:lnTo>
                    <a:lnTo>
                      <a:pt x="328012" y="0"/>
                    </a:lnTo>
                    <a:lnTo>
                      <a:pt x="328012" y="424892"/>
                    </a:lnTo>
                    <a:lnTo>
                      <a:pt x="262526" y="424892"/>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grpSp>
          <p:nvGrpSpPr>
            <p:cNvPr id="79" name="Google Shape;79;p46"/>
            <p:cNvGrpSpPr/>
            <p:nvPr/>
          </p:nvGrpSpPr>
          <p:grpSpPr>
            <a:xfrm>
              <a:off x="2324313" y="1165066"/>
              <a:ext cx="760918" cy="184912"/>
              <a:chOff x="2324313" y="1165066"/>
              <a:chExt cx="760918" cy="184912"/>
            </a:xfrm>
          </p:grpSpPr>
          <p:sp>
            <p:nvSpPr>
              <p:cNvPr id="80" name="Google Shape;80;p46"/>
              <p:cNvSpPr/>
              <p:nvPr/>
            </p:nvSpPr>
            <p:spPr>
              <a:xfrm>
                <a:off x="2324313" y="1165066"/>
                <a:ext cx="153574" cy="184911"/>
              </a:xfrm>
              <a:custGeom>
                <a:avLst/>
                <a:gdLst/>
                <a:ahLst/>
                <a:cxnLst/>
                <a:rect l="l" t="t" r="r" b="b"/>
                <a:pathLst>
                  <a:path w="153574" h="184911" extrusionOk="0">
                    <a:moveTo>
                      <a:pt x="114746" y="184912"/>
                    </a:moveTo>
                    <a:lnTo>
                      <a:pt x="114746" y="109556"/>
                    </a:lnTo>
                    <a:lnTo>
                      <a:pt x="38828" y="109556"/>
                    </a:lnTo>
                    <a:lnTo>
                      <a:pt x="38828" y="184912"/>
                    </a:lnTo>
                    <a:lnTo>
                      <a:pt x="0" y="184912"/>
                    </a:lnTo>
                    <a:lnTo>
                      <a:pt x="0" y="0"/>
                    </a:lnTo>
                    <a:lnTo>
                      <a:pt x="38828" y="0"/>
                    </a:lnTo>
                    <a:lnTo>
                      <a:pt x="38828" y="74776"/>
                    </a:lnTo>
                    <a:lnTo>
                      <a:pt x="114746" y="74776"/>
                    </a:lnTo>
                    <a:lnTo>
                      <a:pt x="114746" y="0"/>
                    </a:lnTo>
                    <a:lnTo>
                      <a:pt x="153575" y="0"/>
                    </a:lnTo>
                    <a:lnTo>
                      <a:pt x="153575" y="184912"/>
                    </a:lnTo>
                    <a:lnTo>
                      <a:pt x="114746" y="184912"/>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81" name="Google Shape;81;p46"/>
              <p:cNvSpPr/>
              <p:nvPr/>
            </p:nvSpPr>
            <p:spPr>
              <a:xfrm>
                <a:off x="2521932" y="1165066"/>
                <a:ext cx="155313" cy="184911"/>
              </a:xfrm>
              <a:custGeom>
                <a:avLst/>
                <a:gdLst/>
                <a:ahLst/>
                <a:cxnLst/>
                <a:rect l="l" t="t" r="r" b="b"/>
                <a:pathLst>
                  <a:path w="155313" h="184911" extrusionOk="0">
                    <a:moveTo>
                      <a:pt x="115905" y="184912"/>
                    </a:moveTo>
                    <a:lnTo>
                      <a:pt x="115905" y="68980"/>
                    </a:lnTo>
                    <a:lnTo>
                      <a:pt x="22601" y="184912"/>
                    </a:lnTo>
                    <a:lnTo>
                      <a:pt x="0" y="184912"/>
                    </a:lnTo>
                    <a:lnTo>
                      <a:pt x="0" y="0"/>
                    </a:lnTo>
                    <a:lnTo>
                      <a:pt x="38828" y="0"/>
                    </a:lnTo>
                    <a:lnTo>
                      <a:pt x="38828" y="116512"/>
                    </a:lnTo>
                    <a:lnTo>
                      <a:pt x="132132" y="0"/>
                    </a:lnTo>
                    <a:lnTo>
                      <a:pt x="155313" y="0"/>
                    </a:lnTo>
                    <a:lnTo>
                      <a:pt x="155313" y="184912"/>
                    </a:lnTo>
                    <a:lnTo>
                      <a:pt x="115905" y="184912"/>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82" name="Google Shape;82;p46"/>
              <p:cNvSpPr/>
              <p:nvPr/>
            </p:nvSpPr>
            <p:spPr>
              <a:xfrm>
                <a:off x="2708539" y="1165646"/>
                <a:ext cx="155892" cy="184332"/>
              </a:xfrm>
              <a:custGeom>
                <a:avLst/>
                <a:gdLst/>
                <a:ahLst/>
                <a:cxnLst/>
                <a:rect l="l" t="t" r="r" b="b"/>
                <a:pathLst>
                  <a:path w="155892" h="184332" extrusionOk="0">
                    <a:moveTo>
                      <a:pt x="117644" y="184332"/>
                    </a:moveTo>
                    <a:lnTo>
                      <a:pt x="117644" y="139119"/>
                    </a:lnTo>
                    <a:lnTo>
                      <a:pt x="95622" y="139119"/>
                    </a:lnTo>
                    <a:cubicBezTo>
                      <a:pt x="76498" y="139698"/>
                      <a:pt x="71282" y="143756"/>
                      <a:pt x="56214" y="165783"/>
                    </a:cubicBezTo>
                    <a:lnTo>
                      <a:pt x="43465" y="184332"/>
                    </a:lnTo>
                    <a:lnTo>
                      <a:pt x="0" y="184332"/>
                    </a:lnTo>
                    <a:lnTo>
                      <a:pt x="16806" y="159986"/>
                    </a:lnTo>
                    <a:cubicBezTo>
                      <a:pt x="28976" y="142017"/>
                      <a:pt x="37669" y="132742"/>
                      <a:pt x="46362" y="127525"/>
                    </a:cubicBezTo>
                    <a:cubicBezTo>
                      <a:pt x="19704" y="117671"/>
                      <a:pt x="4057" y="96803"/>
                      <a:pt x="4057" y="69559"/>
                    </a:cubicBezTo>
                    <a:cubicBezTo>
                      <a:pt x="4057" y="30722"/>
                      <a:pt x="34192" y="0"/>
                      <a:pt x="89247" y="0"/>
                    </a:cubicBezTo>
                    <a:lnTo>
                      <a:pt x="155893" y="0"/>
                    </a:lnTo>
                    <a:lnTo>
                      <a:pt x="155893" y="184332"/>
                    </a:lnTo>
                    <a:lnTo>
                      <a:pt x="117644" y="184332"/>
                    </a:lnTo>
                    <a:close/>
                    <a:moveTo>
                      <a:pt x="85770" y="34200"/>
                    </a:moveTo>
                    <a:cubicBezTo>
                      <a:pt x="60271" y="34200"/>
                      <a:pt x="40567" y="45793"/>
                      <a:pt x="40567" y="69559"/>
                    </a:cubicBezTo>
                    <a:cubicBezTo>
                      <a:pt x="40567" y="94485"/>
                      <a:pt x="60271" y="104919"/>
                      <a:pt x="85770" y="104919"/>
                    </a:cubicBezTo>
                    <a:lnTo>
                      <a:pt x="117644" y="104919"/>
                    </a:lnTo>
                    <a:lnTo>
                      <a:pt x="117644" y="34200"/>
                    </a:lnTo>
                    <a:lnTo>
                      <a:pt x="85770" y="34200"/>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83" name="Google Shape;83;p46"/>
              <p:cNvSpPr/>
              <p:nvPr/>
            </p:nvSpPr>
            <p:spPr>
              <a:xfrm>
                <a:off x="2898624" y="1165066"/>
                <a:ext cx="186607" cy="184911"/>
              </a:xfrm>
              <a:custGeom>
                <a:avLst/>
                <a:gdLst/>
                <a:ahLst/>
                <a:cxnLst/>
                <a:rect l="l" t="t" r="r" b="b"/>
                <a:pathLst>
                  <a:path w="186607" h="184911" extrusionOk="0">
                    <a:moveTo>
                      <a:pt x="30715" y="184912"/>
                    </a:moveTo>
                    <a:lnTo>
                      <a:pt x="71282" y="118251"/>
                    </a:lnTo>
                    <a:lnTo>
                      <a:pt x="0" y="0"/>
                    </a:lnTo>
                    <a:lnTo>
                      <a:pt x="44044" y="0"/>
                    </a:lnTo>
                    <a:lnTo>
                      <a:pt x="93304" y="80573"/>
                    </a:lnTo>
                    <a:lnTo>
                      <a:pt x="142563" y="0"/>
                    </a:lnTo>
                    <a:lnTo>
                      <a:pt x="186607" y="0"/>
                    </a:lnTo>
                    <a:lnTo>
                      <a:pt x="74759" y="184912"/>
                    </a:lnTo>
                    <a:lnTo>
                      <a:pt x="30715" y="184912"/>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sp>
          <p:nvSpPr>
            <p:cNvPr id="84" name="Google Shape;84;p46"/>
            <p:cNvSpPr/>
            <p:nvPr/>
          </p:nvSpPr>
          <p:spPr>
            <a:xfrm>
              <a:off x="2032231" y="1490836"/>
              <a:ext cx="639218" cy="423732"/>
            </a:xfrm>
            <a:custGeom>
              <a:avLst/>
              <a:gdLst/>
              <a:ahLst/>
              <a:cxnLst/>
              <a:rect l="l" t="t" r="r" b="b"/>
              <a:pathLst>
                <a:path w="639218" h="423732" extrusionOk="0">
                  <a:moveTo>
                    <a:pt x="468837" y="15071"/>
                  </a:moveTo>
                  <a:cubicBezTo>
                    <a:pt x="418418" y="15071"/>
                    <a:pt x="374954" y="41156"/>
                    <a:pt x="351773" y="78254"/>
                  </a:cubicBezTo>
                  <a:lnTo>
                    <a:pt x="351773" y="0"/>
                  </a:lnTo>
                  <a:lnTo>
                    <a:pt x="286286" y="0"/>
                  </a:lnTo>
                  <a:lnTo>
                    <a:pt x="286286" y="190709"/>
                  </a:lnTo>
                  <a:cubicBezTo>
                    <a:pt x="286286" y="256210"/>
                    <a:pt x="237606" y="303743"/>
                    <a:pt x="176176" y="303743"/>
                  </a:cubicBezTo>
                  <a:cubicBezTo>
                    <a:pt x="114167" y="303743"/>
                    <a:pt x="66066" y="256210"/>
                    <a:pt x="66066" y="190709"/>
                  </a:cubicBezTo>
                  <a:cubicBezTo>
                    <a:pt x="66066" y="125207"/>
                    <a:pt x="114746" y="77095"/>
                    <a:pt x="176176" y="77095"/>
                  </a:cubicBezTo>
                  <a:cubicBezTo>
                    <a:pt x="208630" y="77095"/>
                    <a:pt x="237606" y="90427"/>
                    <a:pt x="257890" y="113034"/>
                  </a:cubicBezTo>
                  <a:lnTo>
                    <a:pt x="257890" y="46373"/>
                  </a:lnTo>
                  <a:cubicBezTo>
                    <a:pt x="234129" y="27244"/>
                    <a:pt x="203414" y="15071"/>
                    <a:pt x="169802" y="15071"/>
                  </a:cubicBezTo>
                  <a:cubicBezTo>
                    <a:pt x="68384" y="15071"/>
                    <a:pt x="0" y="92746"/>
                    <a:pt x="0" y="190129"/>
                  </a:cubicBezTo>
                  <a:cubicBezTo>
                    <a:pt x="0" y="287512"/>
                    <a:pt x="68384" y="364607"/>
                    <a:pt x="169802" y="364607"/>
                  </a:cubicBezTo>
                  <a:cubicBezTo>
                    <a:pt x="220220" y="364607"/>
                    <a:pt x="263685" y="339102"/>
                    <a:pt x="286866" y="302004"/>
                  </a:cubicBezTo>
                  <a:lnTo>
                    <a:pt x="286866" y="423732"/>
                  </a:lnTo>
                  <a:lnTo>
                    <a:pt x="353512" y="423732"/>
                  </a:lnTo>
                  <a:lnTo>
                    <a:pt x="353512" y="180854"/>
                  </a:lnTo>
                  <a:lnTo>
                    <a:pt x="353512" y="180854"/>
                  </a:lnTo>
                  <a:cubicBezTo>
                    <a:pt x="357568" y="119990"/>
                    <a:pt x="404510" y="75936"/>
                    <a:pt x="463622" y="75936"/>
                  </a:cubicBezTo>
                  <a:cubicBezTo>
                    <a:pt x="525631" y="75936"/>
                    <a:pt x="573732" y="124048"/>
                    <a:pt x="573732" y="189549"/>
                  </a:cubicBezTo>
                  <a:cubicBezTo>
                    <a:pt x="573732" y="255051"/>
                    <a:pt x="525051" y="302583"/>
                    <a:pt x="463622" y="302583"/>
                  </a:cubicBezTo>
                  <a:cubicBezTo>
                    <a:pt x="431168" y="302583"/>
                    <a:pt x="402771" y="289251"/>
                    <a:pt x="383067" y="267804"/>
                  </a:cubicBezTo>
                  <a:lnTo>
                    <a:pt x="383067" y="335044"/>
                  </a:lnTo>
                  <a:cubicBezTo>
                    <a:pt x="406248" y="353014"/>
                    <a:pt x="436384" y="364607"/>
                    <a:pt x="469996" y="364607"/>
                  </a:cubicBezTo>
                  <a:cubicBezTo>
                    <a:pt x="570834" y="364607"/>
                    <a:pt x="639218" y="287512"/>
                    <a:pt x="639218" y="190129"/>
                  </a:cubicBezTo>
                  <a:cubicBezTo>
                    <a:pt x="638059" y="92746"/>
                    <a:pt x="569095" y="15071"/>
                    <a:pt x="468837" y="1507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Шапка с логотипом без коня (белая)">
  <p:cSld name="Шапка с логотипом без коня (белая)">
    <p:spTree>
      <p:nvGrpSpPr>
        <p:cNvPr id="1" name="Shape 154"/>
        <p:cNvGrpSpPr/>
        <p:nvPr/>
      </p:nvGrpSpPr>
      <p:grpSpPr>
        <a:xfrm>
          <a:off x="0" y="0"/>
          <a:ext cx="0" cy="0"/>
          <a:chOff x="0" y="0"/>
          <a:chExt cx="0" cy="0"/>
        </a:xfrm>
      </p:grpSpPr>
      <p:sp>
        <p:nvSpPr>
          <p:cNvPr id="155" name="Google Shape;155;p49"/>
          <p:cNvSpPr txBox="1">
            <a:spLocks noGrp="1"/>
          </p:cNvSpPr>
          <p:nvPr>
            <p:ph type="title"/>
          </p:nvPr>
        </p:nvSpPr>
        <p:spPr>
          <a:xfrm>
            <a:off x="559572" y="359101"/>
            <a:ext cx="9199890" cy="523220"/>
          </a:xfrm>
          <a:prstGeom prst="rect">
            <a:avLst/>
          </a:prstGeom>
          <a:noFill/>
          <a:ln>
            <a:noFill/>
          </a:ln>
        </p:spPr>
        <p:txBody>
          <a:bodyPr spcFirstLastPara="1" wrap="square" lIns="91425" tIns="45700" rIns="91425" bIns="45700" anchor="t" anchorCtr="0">
            <a:spAutoFit/>
          </a:bodyPr>
          <a:lstStyle>
            <a:lvl1pPr marR="0" lvl="0" algn="l" rtl="0">
              <a:lnSpc>
                <a:spcPct val="100000"/>
              </a:lnSpc>
              <a:spcBef>
                <a:spcPts val="0"/>
              </a:spcBef>
              <a:spcAft>
                <a:spcPts val="0"/>
              </a:spcAft>
              <a:buClr>
                <a:schemeClr val="accent1"/>
              </a:buClr>
              <a:buSzPts val="2800"/>
              <a:buFont typeface="Montserrat"/>
              <a:buNone/>
              <a:defRPr sz="2800" b="1" i="0" u="none" strike="noStrike" cap="none">
                <a:solidFill>
                  <a:schemeClr val="accent1"/>
                </a:solidFill>
                <a:latin typeface="Montserrat"/>
                <a:ea typeface="Montserrat"/>
                <a:cs typeface="Montserrat"/>
                <a:sym typeface="Montserra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56" name="Google Shape;156;p49"/>
          <p:cNvSpPr/>
          <p:nvPr/>
        </p:nvSpPr>
        <p:spPr>
          <a:xfrm>
            <a:off x="11641138" y="6453188"/>
            <a:ext cx="41549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fld id="{00000000-1234-1234-1234-123412341234}" type="slidenum">
              <a:rPr lang="ru-RU" sz="1400">
                <a:solidFill>
                  <a:srgbClr val="8F9092"/>
                </a:solidFill>
                <a:latin typeface="Montserrat"/>
                <a:ea typeface="Montserrat"/>
                <a:cs typeface="Montserrat"/>
                <a:sym typeface="Montserrat"/>
              </a:rPr>
              <a:t>‹#›</a:t>
            </a:fld>
            <a:endParaRPr sz="1400">
              <a:solidFill>
                <a:srgbClr val="8F9092"/>
              </a:solidFill>
              <a:latin typeface="Montserrat"/>
              <a:ea typeface="Montserrat"/>
              <a:cs typeface="Montserrat"/>
              <a:sym typeface="Montserrat"/>
            </a:endParaRPr>
          </a:p>
        </p:txBody>
      </p:sp>
      <p:sp>
        <p:nvSpPr>
          <p:cNvPr id="157" name="Google Shape;157;p49"/>
          <p:cNvSpPr txBox="1">
            <a:spLocks noGrp="1"/>
          </p:cNvSpPr>
          <p:nvPr>
            <p:ph type="body" idx="1"/>
          </p:nvPr>
        </p:nvSpPr>
        <p:spPr>
          <a:xfrm>
            <a:off x="559572" y="1729294"/>
            <a:ext cx="2549388" cy="338554"/>
          </a:xfrm>
          <a:prstGeom prst="rect">
            <a:avLst/>
          </a:prstGeom>
          <a:noFill/>
          <a:ln>
            <a:noFill/>
          </a:ln>
        </p:spPr>
        <p:txBody>
          <a:bodyPr spcFirstLastPara="1" wrap="square" lIns="91425" tIns="45700" rIns="91425" bIns="45700" anchor="t" anchorCtr="0">
            <a:spAutoFit/>
          </a:bodyPr>
          <a:lstStyle>
            <a:lvl1pPr marL="457200" marR="0" lvl="0" indent="-228600" algn="l" rtl="0">
              <a:lnSpc>
                <a:spcPct val="100000"/>
              </a:lnSpc>
              <a:spcBef>
                <a:spcPts val="0"/>
              </a:spcBef>
              <a:spcAft>
                <a:spcPts val="0"/>
              </a:spcAft>
              <a:buClr>
                <a:schemeClr val="accent2"/>
              </a:buClr>
              <a:buSzPts val="1600"/>
              <a:buFont typeface="Arial"/>
              <a:buNone/>
              <a:defRPr sz="1600" b="1" i="0" u="none" strike="noStrike" cap="none">
                <a:solidFill>
                  <a:schemeClr val="accent2"/>
                </a:solidFill>
                <a:latin typeface="Montserrat"/>
                <a:ea typeface="Montserrat"/>
                <a:cs typeface="Montserrat"/>
                <a:sym typeface="Montserrat"/>
              </a:defRPr>
            </a:lvl1pPr>
            <a:lvl2pPr marL="914400" marR="0" lvl="1" indent="-317500" algn="l" rtl="0">
              <a:lnSpc>
                <a:spcPct val="100000"/>
              </a:lnSpc>
              <a:spcBef>
                <a:spcPts val="600"/>
              </a:spcBef>
              <a:spcAft>
                <a:spcPts val="0"/>
              </a:spcAft>
              <a:buClr>
                <a:srgbClr val="222A3F"/>
              </a:buClr>
              <a:buSzPts val="1400"/>
              <a:buFont typeface="Arial"/>
              <a:buChar char="•"/>
              <a:defRPr sz="1400" b="0" i="0" u="none" strike="noStrike" cap="none">
                <a:solidFill>
                  <a:srgbClr val="222A3F"/>
                </a:solidFill>
                <a:latin typeface="Montserrat"/>
                <a:ea typeface="Montserrat"/>
                <a:cs typeface="Montserrat"/>
                <a:sym typeface="Montserrat"/>
              </a:defRPr>
            </a:lvl2pPr>
            <a:lvl3pPr marL="1371600" marR="0" lvl="2" indent="-355600" algn="l" rtl="0">
              <a:lnSpc>
                <a:spcPct val="90000"/>
              </a:lnSpc>
              <a:spcBef>
                <a:spcPts val="600"/>
              </a:spcBef>
              <a:spcAft>
                <a:spcPts val="0"/>
              </a:spcAft>
              <a:buClr>
                <a:schemeClr val="dk1"/>
              </a:buClr>
              <a:buSzPts val="2000"/>
              <a:buFont typeface="Arial"/>
              <a:buChar char="•"/>
              <a:defRPr sz="2000" b="0" i="0" u="none" strike="noStrike" cap="none">
                <a:solidFill>
                  <a:schemeClr val="dk1"/>
                </a:solidFill>
                <a:latin typeface="Montserrat"/>
                <a:ea typeface="Montserrat"/>
                <a:cs typeface="Montserrat"/>
                <a:sym typeface="Montserra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9pPr>
          </a:lstStyle>
          <a:p>
            <a:endParaRPr/>
          </a:p>
        </p:txBody>
      </p:sp>
      <p:sp>
        <p:nvSpPr>
          <p:cNvPr id="158" name="Google Shape;158;p49"/>
          <p:cNvSpPr txBox="1">
            <a:spLocks noGrp="1"/>
          </p:cNvSpPr>
          <p:nvPr>
            <p:ph type="body" idx="2"/>
          </p:nvPr>
        </p:nvSpPr>
        <p:spPr>
          <a:xfrm>
            <a:off x="559572" y="2409034"/>
            <a:ext cx="2549388" cy="307777"/>
          </a:xfrm>
          <a:prstGeom prst="rect">
            <a:avLst/>
          </a:prstGeom>
          <a:noFill/>
          <a:ln>
            <a:noFill/>
          </a:ln>
        </p:spPr>
        <p:txBody>
          <a:bodyPr spcFirstLastPara="1" wrap="square" lIns="91425" tIns="45700" rIns="91425" bIns="45700" anchor="t" anchorCtr="0">
            <a:spAutoFit/>
          </a:bodyPr>
          <a:lstStyle>
            <a:lvl1pPr marL="457200" marR="0" lvl="0" indent="-2286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Montserrat"/>
                <a:ea typeface="Montserrat"/>
                <a:cs typeface="Montserrat"/>
                <a:sym typeface="Montserrat"/>
              </a:defRPr>
            </a:lvl1pPr>
            <a:lvl2pPr marL="914400" marR="0" lvl="1" indent="-381000" algn="l" rtl="0">
              <a:lnSpc>
                <a:spcPct val="90000"/>
              </a:lnSpc>
              <a:spcBef>
                <a:spcPts val="600"/>
              </a:spcBef>
              <a:spcAft>
                <a:spcPts val="0"/>
              </a:spcAft>
              <a:buClr>
                <a:schemeClr val="dk1"/>
              </a:buClr>
              <a:buSzPts val="2400"/>
              <a:buFont typeface="Arial"/>
              <a:buChar char="•"/>
              <a:defRPr sz="2400" b="0" i="0" u="none" strike="noStrike" cap="none">
                <a:solidFill>
                  <a:schemeClr val="dk1"/>
                </a:solidFill>
                <a:latin typeface="Montserrat"/>
                <a:ea typeface="Montserrat"/>
                <a:cs typeface="Montserrat"/>
                <a:sym typeface="Montserrat"/>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Montserrat"/>
                <a:ea typeface="Montserrat"/>
                <a:cs typeface="Montserrat"/>
                <a:sym typeface="Montserra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9pPr>
          </a:lstStyle>
          <a:p>
            <a:endParaRPr/>
          </a:p>
        </p:txBody>
      </p:sp>
      <p:grpSp>
        <p:nvGrpSpPr>
          <p:cNvPr id="159" name="Google Shape;159;p49"/>
          <p:cNvGrpSpPr/>
          <p:nvPr/>
        </p:nvGrpSpPr>
        <p:grpSpPr>
          <a:xfrm>
            <a:off x="10376966" y="276558"/>
            <a:ext cx="1255918" cy="600040"/>
            <a:chOff x="10376966" y="276558"/>
            <a:chExt cx="1255918" cy="600040"/>
          </a:xfrm>
        </p:grpSpPr>
        <p:grpSp>
          <p:nvGrpSpPr>
            <p:cNvPr id="160" name="Google Shape;160;p49"/>
            <p:cNvGrpSpPr/>
            <p:nvPr/>
          </p:nvGrpSpPr>
          <p:grpSpPr>
            <a:xfrm>
              <a:off x="10376966" y="276558"/>
              <a:ext cx="472032" cy="496714"/>
              <a:chOff x="10376966" y="276558"/>
              <a:chExt cx="472032" cy="496714"/>
            </a:xfrm>
          </p:grpSpPr>
          <p:grpSp>
            <p:nvGrpSpPr>
              <p:cNvPr id="161" name="Google Shape;161;p49"/>
              <p:cNvGrpSpPr/>
              <p:nvPr/>
            </p:nvGrpSpPr>
            <p:grpSpPr>
              <a:xfrm>
                <a:off x="10376966" y="413364"/>
                <a:ext cx="472032" cy="359908"/>
                <a:chOff x="10376966" y="413364"/>
                <a:chExt cx="472032" cy="359908"/>
              </a:xfrm>
            </p:grpSpPr>
            <p:grpSp>
              <p:nvGrpSpPr>
                <p:cNvPr id="162" name="Google Shape;162;p49"/>
                <p:cNvGrpSpPr/>
                <p:nvPr/>
              </p:nvGrpSpPr>
              <p:grpSpPr>
                <a:xfrm>
                  <a:off x="10376966" y="413364"/>
                  <a:ext cx="472032" cy="359908"/>
                  <a:chOff x="10376966" y="413364"/>
                  <a:chExt cx="472032" cy="359908"/>
                </a:xfrm>
              </p:grpSpPr>
              <p:grpSp>
                <p:nvGrpSpPr>
                  <p:cNvPr id="163" name="Google Shape;163;p49"/>
                  <p:cNvGrpSpPr/>
                  <p:nvPr/>
                </p:nvGrpSpPr>
                <p:grpSpPr>
                  <a:xfrm>
                    <a:off x="10452557" y="413364"/>
                    <a:ext cx="320303" cy="359908"/>
                    <a:chOff x="10452557" y="413364"/>
                    <a:chExt cx="320303" cy="359908"/>
                  </a:xfrm>
                </p:grpSpPr>
                <p:sp>
                  <p:nvSpPr>
                    <p:cNvPr id="164" name="Google Shape;164;p49"/>
                    <p:cNvSpPr/>
                    <p:nvPr/>
                  </p:nvSpPr>
                  <p:spPr>
                    <a:xfrm>
                      <a:off x="10677775" y="438474"/>
                      <a:ext cx="79063" cy="152679"/>
                    </a:xfrm>
                    <a:custGeom>
                      <a:avLst/>
                      <a:gdLst/>
                      <a:ahLst/>
                      <a:cxnLst/>
                      <a:rect l="l" t="t" r="r" b="b"/>
                      <a:pathLst>
                        <a:path w="79063" h="152679" extrusionOk="0">
                          <a:moveTo>
                            <a:pt x="25104" y="134208"/>
                          </a:moveTo>
                          <a:cubicBezTo>
                            <a:pt x="49054" y="88895"/>
                            <a:pt x="67810" y="41273"/>
                            <a:pt x="79064" y="1443"/>
                          </a:cubicBezTo>
                          <a:cubicBezTo>
                            <a:pt x="74735" y="866"/>
                            <a:pt x="70407" y="577"/>
                            <a:pt x="65790" y="0"/>
                          </a:cubicBezTo>
                          <a:cubicBezTo>
                            <a:pt x="54825" y="37521"/>
                            <a:pt x="37223" y="83123"/>
                            <a:pt x="13562" y="128147"/>
                          </a:cubicBezTo>
                          <a:cubicBezTo>
                            <a:pt x="9234" y="136517"/>
                            <a:pt x="4617" y="144599"/>
                            <a:pt x="0" y="152680"/>
                          </a:cubicBezTo>
                          <a:cubicBezTo>
                            <a:pt x="6348" y="150660"/>
                            <a:pt x="12696" y="148351"/>
                            <a:pt x="19045" y="146042"/>
                          </a:cubicBezTo>
                          <a:cubicBezTo>
                            <a:pt x="20776" y="142001"/>
                            <a:pt x="22796" y="137960"/>
                            <a:pt x="25104" y="134208"/>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165" name="Google Shape;165;p49"/>
                    <p:cNvSpPr/>
                    <p:nvPr/>
                  </p:nvSpPr>
                  <p:spPr>
                    <a:xfrm>
                      <a:off x="10466265" y="467913"/>
                      <a:ext cx="77043" cy="153257"/>
                    </a:xfrm>
                    <a:custGeom>
                      <a:avLst/>
                      <a:gdLst/>
                      <a:ahLst/>
                      <a:cxnLst/>
                      <a:rect l="l" t="t" r="r" b="b"/>
                      <a:pathLst>
                        <a:path w="77043" h="153257" extrusionOk="0">
                          <a:moveTo>
                            <a:pt x="68387" y="15874"/>
                          </a:moveTo>
                          <a:cubicBezTo>
                            <a:pt x="71273" y="10390"/>
                            <a:pt x="74158" y="5195"/>
                            <a:pt x="77044" y="0"/>
                          </a:cubicBezTo>
                          <a:cubicBezTo>
                            <a:pt x="70695" y="2020"/>
                            <a:pt x="64636" y="4041"/>
                            <a:pt x="58576" y="6061"/>
                          </a:cubicBezTo>
                          <a:cubicBezTo>
                            <a:pt x="57999" y="7215"/>
                            <a:pt x="57134" y="8370"/>
                            <a:pt x="56556" y="9813"/>
                          </a:cubicBezTo>
                          <a:cubicBezTo>
                            <a:pt x="30010" y="60033"/>
                            <a:pt x="10965" y="109098"/>
                            <a:pt x="0" y="152391"/>
                          </a:cubicBezTo>
                          <a:cubicBezTo>
                            <a:pt x="4328" y="152680"/>
                            <a:pt x="8657" y="152969"/>
                            <a:pt x="13273" y="153257"/>
                          </a:cubicBezTo>
                          <a:cubicBezTo>
                            <a:pt x="23950" y="112850"/>
                            <a:pt x="41840" y="65805"/>
                            <a:pt x="68387" y="15874"/>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nvGrpSpPr>
                    <p:cNvPr id="166" name="Google Shape;166;p49"/>
                    <p:cNvGrpSpPr/>
                    <p:nvPr/>
                  </p:nvGrpSpPr>
                  <p:grpSpPr>
                    <a:xfrm>
                      <a:off x="10452557" y="413364"/>
                      <a:ext cx="320303" cy="223391"/>
                      <a:chOff x="10452557" y="413364"/>
                      <a:chExt cx="320303" cy="223391"/>
                    </a:xfrm>
                  </p:grpSpPr>
                  <p:sp>
                    <p:nvSpPr>
                      <p:cNvPr id="167" name="Google Shape;167;p49"/>
                      <p:cNvSpPr/>
                      <p:nvPr/>
                    </p:nvSpPr>
                    <p:spPr>
                      <a:xfrm>
                        <a:off x="10503200" y="546706"/>
                        <a:ext cx="161301" cy="87163"/>
                      </a:xfrm>
                      <a:custGeom>
                        <a:avLst/>
                        <a:gdLst/>
                        <a:ahLst/>
                        <a:cxnLst/>
                        <a:rect l="l" t="t" r="r" b="b"/>
                        <a:pathLst>
                          <a:path w="161301" h="87163" extrusionOk="0">
                            <a:moveTo>
                              <a:pt x="5771" y="0"/>
                            </a:moveTo>
                            <a:cubicBezTo>
                              <a:pt x="3751" y="4618"/>
                              <a:pt x="1731" y="9236"/>
                              <a:pt x="0" y="13854"/>
                            </a:cubicBezTo>
                            <a:cubicBezTo>
                              <a:pt x="19044" y="30882"/>
                              <a:pt x="42706" y="46756"/>
                              <a:pt x="69830" y="60033"/>
                            </a:cubicBezTo>
                            <a:cubicBezTo>
                              <a:pt x="97819" y="73598"/>
                              <a:pt x="126386" y="82834"/>
                              <a:pt x="153222" y="87163"/>
                            </a:cubicBezTo>
                            <a:cubicBezTo>
                              <a:pt x="156107" y="83123"/>
                              <a:pt x="158704" y="78793"/>
                              <a:pt x="161301" y="74464"/>
                            </a:cubicBezTo>
                            <a:cubicBezTo>
                              <a:pt x="134177" y="71001"/>
                              <a:pt x="104456" y="61765"/>
                              <a:pt x="75601" y="47622"/>
                            </a:cubicBezTo>
                            <a:cubicBezTo>
                              <a:pt x="48477" y="34346"/>
                              <a:pt x="24527" y="17606"/>
                              <a:pt x="5771" y="0"/>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168" name="Google Shape;168;p49"/>
                      <p:cNvSpPr/>
                      <p:nvPr/>
                    </p:nvSpPr>
                    <p:spPr>
                      <a:xfrm>
                        <a:off x="10452557" y="413364"/>
                        <a:ext cx="320303" cy="223391"/>
                      </a:xfrm>
                      <a:custGeom>
                        <a:avLst/>
                        <a:gdLst/>
                        <a:ahLst/>
                        <a:cxnLst/>
                        <a:rect l="l" t="t" r="r" b="b"/>
                        <a:pathLst>
                          <a:path w="320303" h="223391" extrusionOk="0">
                            <a:moveTo>
                              <a:pt x="297068" y="105346"/>
                            </a:moveTo>
                            <a:cubicBezTo>
                              <a:pt x="275426" y="76484"/>
                              <a:pt x="240800" y="49643"/>
                              <a:pt x="200114" y="30016"/>
                            </a:cubicBezTo>
                            <a:cubicBezTo>
                              <a:pt x="160582" y="10679"/>
                              <a:pt x="119319" y="0"/>
                              <a:pt x="83827" y="0"/>
                            </a:cubicBezTo>
                            <a:cubicBezTo>
                              <a:pt x="44584" y="0"/>
                              <a:pt x="16883" y="12699"/>
                              <a:pt x="5341" y="36077"/>
                            </a:cubicBezTo>
                            <a:cubicBezTo>
                              <a:pt x="-8799" y="64939"/>
                              <a:pt x="5918" y="102749"/>
                              <a:pt x="40256" y="137383"/>
                            </a:cubicBezTo>
                            <a:cubicBezTo>
                              <a:pt x="42275" y="132765"/>
                              <a:pt x="44007" y="127859"/>
                              <a:pt x="46027" y="123241"/>
                            </a:cubicBezTo>
                            <a:cubicBezTo>
                              <a:pt x="19191" y="94379"/>
                              <a:pt x="7072" y="63785"/>
                              <a:pt x="17460" y="42138"/>
                            </a:cubicBezTo>
                            <a:cubicBezTo>
                              <a:pt x="26116" y="24244"/>
                              <a:pt x="50355" y="13854"/>
                              <a:pt x="83538" y="13854"/>
                            </a:cubicBezTo>
                            <a:cubicBezTo>
                              <a:pt x="117011" y="13854"/>
                              <a:pt x="156254" y="23955"/>
                              <a:pt x="193766" y="42427"/>
                            </a:cubicBezTo>
                            <a:cubicBezTo>
                              <a:pt x="232432" y="61476"/>
                              <a:pt x="265038" y="86586"/>
                              <a:pt x="285526" y="113716"/>
                            </a:cubicBezTo>
                            <a:cubicBezTo>
                              <a:pt x="304859" y="139403"/>
                              <a:pt x="310918" y="163359"/>
                              <a:pt x="302262" y="181253"/>
                            </a:cubicBezTo>
                            <a:cubicBezTo>
                              <a:pt x="293605" y="199148"/>
                              <a:pt x="269367" y="209538"/>
                              <a:pt x="236183" y="209538"/>
                            </a:cubicBezTo>
                            <a:cubicBezTo>
                              <a:pt x="233009" y="209538"/>
                              <a:pt x="229546" y="209249"/>
                              <a:pt x="226372" y="209249"/>
                            </a:cubicBezTo>
                            <a:cubicBezTo>
                              <a:pt x="223487" y="213579"/>
                              <a:pt x="220890" y="218197"/>
                              <a:pt x="218004" y="222526"/>
                            </a:cubicBezTo>
                            <a:cubicBezTo>
                              <a:pt x="224064" y="223103"/>
                              <a:pt x="230123" y="223392"/>
                              <a:pt x="236183" y="223392"/>
                            </a:cubicBezTo>
                            <a:cubicBezTo>
                              <a:pt x="275426" y="223392"/>
                              <a:pt x="303127" y="210692"/>
                              <a:pt x="314670" y="187314"/>
                            </a:cubicBezTo>
                            <a:cubicBezTo>
                              <a:pt x="326212" y="164513"/>
                              <a:pt x="319863" y="135651"/>
                              <a:pt x="297068" y="105346"/>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sp>
                  <p:nvSpPr>
                    <p:cNvPr id="169" name="Google Shape;169;p49"/>
                    <p:cNvSpPr/>
                    <p:nvPr/>
                  </p:nvSpPr>
                  <p:spPr>
                    <a:xfrm>
                      <a:off x="10454912" y="602121"/>
                      <a:ext cx="230941" cy="171151"/>
                    </a:xfrm>
                    <a:custGeom>
                      <a:avLst/>
                      <a:gdLst/>
                      <a:ahLst/>
                      <a:cxnLst/>
                      <a:rect l="l" t="t" r="r" b="b"/>
                      <a:pathLst>
                        <a:path w="230941" h="171151" extrusionOk="0">
                          <a:moveTo>
                            <a:pt x="211897" y="6350"/>
                          </a:moveTo>
                          <a:cubicBezTo>
                            <a:pt x="157072" y="95245"/>
                            <a:pt x="91282" y="158164"/>
                            <a:pt x="49731" y="158164"/>
                          </a:cubicBezTo>
                          <a:cubicBezTo>
                            <a:pt x="44248" y="158164"/>
                            <a:pt x="39343" y="157009"/>
                            <a:pt x="35014" y="154700"/>
                          </a:cubicBezTo>
                          <a:cubicBezTo>
                            <a:pt x="12507" y="142867"/>
                            <a:pt x="6448" y="96976"/>
                            <a:pt x="21164" y="32325"/>
                          </a:cubicBezTo>
                          <a:cubicBezTo>
                            <a:pt x="16547" y="32037"/>
                            <a:pt x="12219" y="31748"/>
                            <a:pt x="7890" y="31460"/>
                          </a:cubicBezTo>
                          <a:cubicBezTo>
                            <a:pt x="-7114" y="99285"/>
                            <a:pt x="-1055" y="150660"/>
                            <a:pt x="28955" y="166245"/>
                          </a:cubicBezTo>
                          <a:cubicBezTo>
                            <a:pt x="35014" y="169420"/>
                            <a:pt x="42228" y="171152"/>
                            <a:pt x="49731" y="171152"/>
                          </a:cubicBezTo>
                          <a:cubicBezTo>
                            <a:pt x="99073" y="171152"/>
                            <a:pt x="171212" y="102171"/>
                            <a:pt x="230942" y="0"/>
                          </a:cubicBezTo>
                          <a:cubicBezTo>
                            <a:pt x="224882" y="2598"/>
                            <a:pt x="218534" y="4618"/>
                            <a:pt x="211897" y="6350"/>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grpSp>
                <p:nvGrpSpPr>
                  <p:cNvPr id="170" name="Google Shape;170;p49"/>
                  <p:cNvGrpSpPr/>
                  <p:nvPr/>
                </p:nvGrpSpPr>
                <p:grpSpPr>
                  <a:xfrm>
                    <a:off x="10376966" y="420579"/>
                    <a:ext cx="472032" cy="208672"/>
                    <a:chOff x="10376966" y="420579"/>
                    <a:chExt cx="472032" cy="208672"/>
                  </a:xfrm>
                </p:grpSpPr>
                <p:sp>
                  <p:nvSpPr>
                    <p:cNvPr id="171" name="Google Shape;171;p49"/>
                    <p:cNvSpPr/>
                    <p:nvPr/>
                  </p:nvSpPr>
                  <p:spPr>
                    <a:xfrm>
                      <a:off x="10598134" y="557962"/>
                      <a:ext cx="157550" cy="57723"/>
                    </a:xfrm>
                    <a:custGeom>
                      <a:avLst/>
                      <a:gdLst/>
                      <a:ahLst/>
                      <a:cxnLst/>
                      <a:rect l="l" t="t" r="r" b="b"/>
                      <a:pathLst>
                        <a:path w="157550" h="57723" extrusionOk="0">
                          <a:moveTo>
                            <a:pt x="32029" y="42138"/>
                          </a:moveTo>
                          <a:cubicBezTo>
                            <a:pt x="21353" y="44736"/>
                            <a:pt x="10676" y="46756"/>
                            <a:pt x="0" y="48777"/>
                          </a:cubicBezTo>
                          <a:cubicBezTo>
                            <a:pt x="8657" y="52240"/>
                            <a:pt x="17025" y="55126"/>
                            <a:pt x="25393" y="57724"/>
                          </a:cubicBezTo>
                          <a:cubicBezTo>
                            <a:pt x="28567" y="57147"/>
                            <a:pt x="31741" y="56281"/>
                            <a:pt x="34915" y="55704"/>
                          </a:cubicBezTo>
                          <a:cubicBezTo>
                            <a:pt x="80218" y="45313"/>
                            <a:pt x="122346" y="30594"/>
                            <a:pt x="157550" y="13276"/>
                          </a:cubicBezTo>
                          <a:cubicBezTo>
                            <a:pt x="156684" y="8947"/>
                            <a:pt x="155530" y="4618"/>
                            <a:pt x="153799" y="0"/>
                          </a:cubicBezTo>
                          <a:cubicBezTo>
                            <a:pt x="119461" y="17029"/>
                            <a:pt x="77332" y="31748"/>
                            <a:pt x="32029" y="42138"/>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172" name="Google Shape;172;p49"/>
                    <p:cNvSpPr/>
                    <p:nvPr/>
                  </p:nvSpPr>
                  <p:spPr>
                    <a:xfrm>
                      <a:off x="10464534" y="437319"/>
                      <a:ext cx="149759" cy="57723"/>
                    </a:xfrm>
                    <a:custGeom>
                      <a:avLst/>
                      <a:gdLst/>
                      <a:ahLst/>
                      <a:cxnLst/>
                      <a:rect l="l" t="t" r="r" b="b"/>
                      <a:pathLst>
                        <a:path w="149759" h="57723" extrusionOk="0">
                          <a:moveTo>
                            <a:pt x="0" y="44159"/>
                          </a:moveTo>
                          <a:cubicBezTo>
                            <a:pt x="577" y="48488"/>
                            <a:pt x="1731" y="53106"/>
                            <a:pt x="3174" y="57724"/>
                          </a:cubicBezTo>
                          <a:cubicBezTo>
                            <a:pt x="36646" y="40407"/>
                            <a:pt x="79929" y="24244"/>
                            <a:pt x="131003" y="12411"/>
                          </a:cubicBezTo>
                          <a:cubicBezTo>
                            <a:pt x="137351" y="10968"/>
                            <a:pt x="143411" y="9524"/>
                            <a:pt x="149759" y="8370"/>
                          </a:cubicBezTo>
                          <a:cubicBezTo>
                            <a:pt x="140814" y="5195"/>
                            <a:pt x="132157" y="2309"/>
                            <a:pt x="123501" y="0"/>
                          </a:cubicBezTo>
                          <a:cubicBezTo>
                            <a:pt x="76178" y="11545"/>
                            <a:pt x="34049" y="26842"/>
                            <a:pt x="0" y="44159"/>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173" name="Google Shape;173;p49"/>
                    <p:cNvSpPr/>
                    <p:nvPr/>
                  </p:nvSpPr>
                  <p:spPr>
                    <a:xfrm>
                      <a:off x="10376966" y="488405"/>
                      <a:ext cx="220302" cy="140846"/>
                    </a:xfrm>
                    <a:custGeom>
                      <a:avLst/>
                      <a:gdLst/>
                      <a:ahLst/>
                      <a:cxnLst/>
                      <a:rect l="l" t="t" r="r" b="b"/>
                      <a:pathLst>
                        <a:path w="220302" h="140846" extrusionOk="0">
                          <a:moveTo>
                            <a:pt x="196064" y="122375"/>
                          </a:moveTo>
                          <a:cubicBezTo>
                            <a:pt x="172403" y="125550"/>
                            <a:pt x="149318" y="127281"/>
                            <a:pt x="127966" y="127281"/>
                          </a:cubicBezTo>
                          <a:cubicBezTo>
                            <a:pt x="63330" y="127281"/>
                            <a:pt x="19758" y="112273"/>
                            <a:pt x="14276" y="88029"/>
                          </a:cubicBezTo>
                          <a:cubicBezTo>
                            <a:pt x="9659" y="67537"/>
                            <a:pt x="33320" y="39541"/>
                            <a:pt x="78623" y="13565"/>
                          </a:cubicBezTo>
                          <a:cubicBezTo>
                            <a:pt x="76892" y="8947"/>
                            <a:pt x="75737" y="4618"/>
                            <a:pt x="74872" y="0"/>
                          </a:cubicBezTo>
                          <a:cubicBezTo>
                            <a:pt x="23509" y="28862"/>
                            <a:pt x="-5923" y="62053"/>
                            <a:pt x="1002" y="90915"/>
                          </a:cubicBezTo>
                          <a:cubicBezTo>
                            <a:pt x="8505" y="122663"/>
                            <a:pt x="54673" y="140846"/>
                            <a:pt x="128254" y="140846"/>
                          </a:cubicBezTo>
                          <a:cubicBezTo>
                            <a:pt x="156821" y="140846"/>
                            <a:pt x="188273" y="137960"/>
                            <a:pt x="220303" y="132476"/>
                          </a:cubicBezTo>
                          <a:cubicBezTo>
                            <a:pt x="211934" y="129590"/>
                            <a:pt x="203855" y="126127"/>
                            <a:pt x="196064" y="122375"/>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174" name="Google Shape;174;p49"/>
                    <p:cNvSpPr/>
                    <p:nvPr/>
                  </p:nvSpPr>
                  <p:spPr>
                    <a:xfrm>
                      <a:off x="10615159" y="420579"/>
                      <a:ext cx="233839" cy="143732"/>
                    </a:xfrm>
                    <a:custGeom>
                      <a:avLst/>
                      <a:gdLst/>
                      <a:ahLst/>
                      <a:cxnLst/>
                      <a:rect l="l" t="t" r="r" b="b"/>
                      <a:pathLst>
                        <a:path w="233839" h="143732" extrusionOk="0">
                          <a:moveTo>
                            <a:pt x="232862" y="49931"/>
                          </a:moveTo>
                          <a:cubicBezTo>
                            <a:pt x="225649" y="18183"/>
                            <a:pt x="179191" y="0"/>
                            <a:pt x="105610" y="0"/>
                          </a:cubicBezTo>
                          <a:cubicBezTo>
                            <a:pt x="73004" y="0"/>
                            <a:pt x="36646" y="3752"/>
                            <a:pt x="0" y="10968"/>
                          </a:cubicBezTo>
                          <a:cubicBezTo>
                            <a:pt x="8080" y="13854"/>
                            <a:pt x="16159" y="17029"/>
                            <a:pt x="24238" y="20492"/>
                          </a:cubicBezTo>
                          <a:cubicBezTo>
                            <a:pt x="52517" y="15874"/>
                            <a:pt x="80218" y="13565"/>
                            <a:pt x="105610" y="13565"/>
                          </a:cubicBezTo>
                          <a:cubicBezTo>
                            <a:pt x="170246" y="13565"/>
                            <a:pt x="213818" y="28573"/>
                            <a:pt x="219300" y="52817"/>
                          </a:cubicBezTo>
                          <a:cubicBezTo>
                            <a:pt x="223629" y="71289"/>
                            <a:pt x="205161" y="95533"/>
                            <a:pt x="168804" y="118911"/>
                          </a:cubicBezTo>
                          <a:cubicBezTo>
                            <a:pt x="162455" y="122952"/>
                            <a:pt x="155819" y="126704"/>
                            <a:pt x="148893" y="130456"/>
                          </a:cubicBezTo>
                          <a:cubicBezTo>
                            <a:pt x="150625" y="135074"/>
                            <a:pt x="152068" y="139403"/>
                            <a:pt x="153222" y="143733"/>
                          </a:cubicBezTo>
                          <a:cubicBezTo>
                            <a:pt x="161301" y="139403"/>
                            <a:pt x="169092" y="134785"/>
                            <a:pt x="176306" y="130456"/>
                          </a:cubicBezTo>
                          <a:cubicBezTo>
                            <a:pt x="218723" y="103615"/>
                            <a:pt x="238633" y="74753"/>
                            <a:pt x="232862" y="49931"/>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grpSp>
            <p:sp>
              <p:nvSpPr>
                <p:cNvPr id="175" name="Google Shape;175;p49"/>
                <p:cNvSpPr/>
                <p:nvPr/>
              </p:nvSpPr>
              <p:spPr>
                <a:xfrm>
                  <a:off x="10571587" y="488116"/>
                  <a:ext cx="76178" cy="76195"/>
                </a:xfrm>
                <a:custGeom>
                  <a:avLst/>
                  <a:gdLst/>
                  <a:ahLst/>
                  <a:cxnLst/>
                  <a:rect l="l" t="t" r="r" b="b"/>
                  <a:pathLst>
                    <a:path w="76178" h="76195" extrusionOk="0">
                      <a:moveTo>
                        <a:pt x="76178" y="38098"/>
                      </a:moveTo>
                      <a:cubicBezTo>
                        <a:pt x="76178" y="59167"/>
                        <a:pt x="59153" y="76196"/>
                        <a:pt x="38089" y="76196"/>
                      </a:cubicBezTo>
                      <a:cubicBezTo>
                        <a:pt x="17025" y="76196"/>
                        <a:pt x="0" y="59167"/>
                        <a:pt x="0" y="38098"/>
                      </a:cubicBezTo>
                      <a:cubicBezTo>
                        <a:pt x="0" y="17029"/>
                        <a:pt x="17025" y="0"/>
                        <a:pt x="38089" y="0"/>
                      </a:cubicBezTo>
                      <a:cubicBezTo>
                        <a:pt x="59153" y="0"/>
                        <a:pt x="76178" y="17029"/>
                        <a:pt x="76178" y="38098"/>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grpSp>
            <p:nvGrpSpPr>
              <p:cNvPr id="176" name="Google Shape;176;p49"/>
              <p:cNvGrpSpPr/>
              <p:nvPr/>
            </p:nvGrpSpPr>
            <p:grpSpPr>
              <a:xfrm>
                <a:off x="10534652" y="276558"/>
                <a:ext cx="236032" cy="179521"/>
                <a:chOff x="10534652" y="276558"/>
                <a:chExt cx="236032" cy="179521"/>
              </a:xfrm>
            </p:grpSpPr>
            <p:sp>
              <p:nvSpPr>
                <p:cNvPr id="177" name="Google Shape;177;p49"/>
                <p:cNvSpPr/>
                <p:nvPr/>
              </p:nvSpPr>
              <p:spPr>
                <a:xfrm>
                  <a:off x="10534652" y="424620"/>
                  <a:ext cx="33472" cy="31459"/>
                </a:xfrm>
                <a:custGeom>
                  <a:avLst/>
                  <a:gdLst/>
                  <a:ahLst/>
                  <a:cxnLst/>
                  <a:rect l="l" t="t" r="r" b="b"/>
                  <a:pathLst>
                    <a:path w="33472" h="31459" extrusionOk="0">
                      <a:moveTo>
                        <a:pt x="18467" y="25976"/>
                      </a:moveTo>
                      <a:cubicBezTo>
                        <a:pt x="23373" y="17894"/>
                        <a:pt x="28278" y="9813"/>
                        <a:pt x="33472" y="2020"/>
                      </a:cubicBezTo>
                      <a:cubicBezTo>
                        <a:pt x="28567" y="1154"/>
                        <a:pt x="23661" y="577"/>
                        <a:pt x="18756" y="0"/>
                      </a:cubicBezTo>
                      <a:cubicBezTo>
                        <a:pt x="12408" y="10102"/>
                        <a:pt x="6060" y="20492"/>
                        <a:pt x="0" y="31460"/>
                      </a:cubicBezTo>
                      <a:cubicBezTo>
                        <a:pt x="6060" y="29728"/>
                        <a:pt x="12408" y="27708"/>
                        <a:pt x="18467" y="25976"/>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178" name="Google Shape;178;p49"/>
                <p:cNvSpPr/>
                <p:nvPr/>
              </p:nvSpPr>
              <p:spPr>
                <a:xfrm>
                  <a:off x="10562065" y="276558"/>
                  <a:ext cx="208619" cy="152968"/>
                </a:xfrm>
                <a:custGeom>
                  <a:avLst/>
                  <a:gdLst/>
                  <a:ahLst/>
                  <a:cxnLst/>
                  <a:rect l="l" t="t" r="r" b="b"/>
                  <a:pathLst>
                    <a:path w="208619" h="152968" extrusionOk="0">
                      <a:moveTo>
                        <a:pt x="14428" y="137672"/>
                      </a:moveTo>
                      <a:cubicBezTo>
                        <a:pt x="65213" y="63496"/>
                        <a:pt x="121769" y="13277"/>
                        <a:pt x="158704" y="13277"/>
                      </a:cubicBezTo>
                      <a:cubicBezTo>
                        <a:pt x="164187" y="13277"/>
                        <a:pt x="169092" y="14431"/>
                        <a:pt x="173420" y="16740"/>
                      </a:cubicBezTo>
                      <a:cubicBezTo>
                        <a:pt x="197370" y="29439"/>
                        <a:pt x="202564" y="80525"/>
                        <a:pt x="184385" y="151525"/>
                      </a:cubicBezTo>
                      <a:cubicBezTo>
                        <a:pt x="189002" y="151814"/>
                        <a:pt x="193331" y="152391"/>
                        <a:pt x="197659" y="152969"/>
                      </a:cubicBezTo>
                      <a:cubicBezTo>
                        <a:pt x="216415" y="78793"/>
                        <a:pt x="211509" y="21646"/>
                        <a:pt x="179769" y="4907"/>
                      </a:cubicBezTo>
                      <a:cubicBezTo>
                        <a:pt x="173420" y="1732"/>
                        <a:pt x="166495" y="0"/>
                        <a:pt x="158993" y="0"/>
                      </a:cubicBezTo>
                      <a:cubicBezTo>
                        <a:pt x="115710" y="0"/>
                        <a:pt x="54825" y="53106"/>
                        <a:pt x="0" y="135363"/>
                      </a:cubicBezTo>
                      <a:cubicBezTo>
                        <a:pt x="4617" y="135940"/>
                        <a:pt x="9522" y="136806"/>
                        <a:pt x="14428" y="137672"/>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grpSp>
        <p:grpSp>
          <p:nvGrpSpPr>
            <p:cNvPr id="179" name="Google Shape;179;p49"/>
            <p:cNvGrpSpPr/>
            <p:nvPr/>
          </p:nvGrpSpPr>
          <p:grpSpPr>
            <a:xfrm>
              <a:off x="10697974" y="665040"/>
              <a:ext cx="904612" cy="211558"/>
              <a:chOff x="10697974" y="665040"/>
              <a:chExt cx="904612" cy="211558"/>
            </a:xfrm>
          </p:grpSpPr>
          <p:sp>
            <p:nvSpPr>
              <p:cNvPr id="180" name="Google Shape;180;p49"/>
              <p:cNvSpPr/>
              <p:nvPr/>
            </p:nvSpPr>
            <p:spPr>
              <a:xfrm>
                <a:off x="10697974" y="665040"/>
                <a:ext cx="207469" cy="211558"/>
              </a:xfrm>
              <a:custGeom>
                <a:avLst/>
                <a:gdLst/>
                <a:ahLst/>
                <a:cxnLst/>
                <a:rect l="l" t="t" r="r" b="b"/>
                <a:pathLst>
                  <a:path w="207469" h="211558" extrusionOk="0">
                    <a:moveTo>
                      <a:pt x="174863" y="211558"/>
                    </a:moveTo>
                    <a:lnTo>
                      <a:pt x="174863" y="61187"/>
                    </a:lnTo>
                    <a:lnTo>
                      <a:pt x="103879" y="150660"/>
                    </a:lnTo>
                    <a:lnTo>
                      <a:pt x="32606" y="61187"/>
                    </a:lnTo>
                    <a:lnTo>
                      <a:pt x="32606" y="211558"/>
                    </a:lnTo>
                    <a:lnTo>
                      <a:pt x="0" y="211558"/>
                    </a:lnTo>
                    <a:lnTo>
                      <a:pt x="0" y="0"/>
                    </a:lnTo>
                    <a:lnTo>
                      <a:pt x="19045" y="0"/>
                    </a:lnTo>
                    <a:lnTo>
                      <a:pt x="103879" y="107367"/>
                    </a:lnTo>
                    <a:lnTo>
                      <a:pt x="188714" y="0"/>
                    </a:lnTo>
                    <a:lnTo>
                      <a:pt x="207470" y="0"/>
                    </a:lnTo>
                    <a:lnTo>
                      <a:pt x="207470" y="211558"/>
                    </a:lnTo>
                    <a:lnTo>
                      <a:pt x="174863" y="211558"/>
                    </a:ln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181" name="Google Shape;181;p49"/>
              <p:cNvSpPr/>
              <p:nvPr/>
            </p:nvSpPr>
            <p:spPr>
              <a:xfrm>
                <a:off x="10932279" y="665040"/>
                <a:ext cx="163321" cy="211558"/>
              </a:xfrm>
              <a:custGeom>
                <a:avLst/>
                <a:gdLst/>
                <a:ahLst/>
                <a:cxnLst/>
                <a:rect l="l" t="t" r="r" b="b"/>
                <a:pathLst>
                  <a:path w="163321" h="211558" extrusionOk="0">
                    <a:moveTo>
                      <a:pt x="130715" y="211558"/>
                    </a:moveTo>
                    <a:lnTo>
                      <a:pt x="130715" y="62342"/>
                    </a:lnTo>
                    <a:lnTo>
                      <a:pt x="19045" y="211558"/>
                    </a:lnTo>
                    <a:lnTo>
                      <a:pt x="0" y="211558"/>
                    </a:lnTo>
                    <a:lnTo>
                      <a:pt x="0" y="0"/>
                    </a:lnTo>
                    <a:lnTo>
                      <a:pt x="32607" y="0"/>
                    </a:lnTo>
                    <a:lnTo>
                      <a:pt x="32607" y="149216"/>
                    </a:lnTo>
                    <a:lnTo>
                      <a:pt x="144277" y="0"/>
                    </a:lnTo>
                    <a:lnTo>
                      <a:pt x="163321" y="0"/>
                    </a:lnTo>
                    <a:lnTo>
                      <a:pt x="163321" y="211558"/>
                    </a:lnTo>
                    <a:lnTo>
                      <a:pt x="130715" y="211558"/>
                    </a:ln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182" name="Google Shape;182;p49"/>
              <p:cNvSpPr/>
              <p:nvPr/>
            </p:nvSpPr>
            <p:spPr>
              <a:xfrm>
                <a:off x="11439266" y="665040"/>
                <a:ext cx="163320" cy="211558"/>
              </a:xfrm>
              <a:custGeom>
                <a:avLst/>
                <a:gdLst/>
                <a:ahLst/>
                <a:cxnLst/>
                <a:rect l="l" t="t" r="r" b="b"/>
                <a:pathLst>
                  <a:path w="163320" h="211558" extrusionOk="0">
                    <a:moveTo>
                      <a:pt x="130715" y="211558"/>
                    </a:moveTo>
                    <a:lnTo>
                      <a:pt x="130715" y="62342"/>
                    </a:lnTo>
                    <a:lnTo>
                      <a:pt x="19044" y="211558"/>
                    </a:lnTo>
                    <a:lnTo>
                      <a:pt x="0" y="211558"/>
                    </a:lnTo>
                    <a:lnTo>
                      <a:pt x="0" y="0"/>
                    </a:lnTo>
                    <a:lnTo>
                      <a:pt x="32606" y="0"/>
                    </a:lnTo>
                    <a:lnTo>
                      <a:pt x="32606" y="149216"/>
                    </a:lnTo>
                    <a:lnTo>
                      <a:pt x="144277" y="0"/>
                    </a:lnTo>
                    <a:lnTo>
                      <a:pt x="163321" y="0"/>
                    </a:lnTo>
                    <a:lnTo>
                      <a:pt x="163321" y="211558"/>
                    </a:lnTo>
                    <a:lnTo>
                      <a:pt x="130715" y="211558"/>
                    </a:ln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grpSp>
          <p:nvGrpSpPr>
            <p:cNvPr id="183" name="Google Shape;183;p49"/>
            <p:cNvGrpSpPr/>
            <p:nvPr/>
          </p:nvGrpSpPr>
          <p:grpSpPr>
            <a:xfrm>
              <a:off x="11254015" y="502836"/>
              <a:ext cx="378869" cy="92070"/>
              <a:chOff x="11254015" y="502836"/>
              <a:chExt cx="378869" cy="92070"/>
            </a:xfrm>
          </p:grpSpPr>
          <p:sp>
            <p:nvSpPr>
              <p:cNvPr id="184" name="Google Shape;184;p49"/>
              <p:cNvSpPr/>
              <p:nvPr/>
            </p:nvSpPr>
            <p:spPr>
              <a:xfrm>
                <a:off x="11254015" y="502836"/>
                <a:ext cx="76466" cy="92069"/>
              </a:xfrm>
              <a:custGeom>
                <a:avLst/>
                <a:gdLst/>
                <a:ahLst/>
                <a:cxnLst/>
                <a:rect l="l" t="t" r="r" b="b"/>
                <a:pathLst>
                  <a:path w="76466" h="92069" extrusionOk="0">
                    <a:moveTo>
                      <a:pt x="57133" y="92070"/>
                    </a:moveTo>
                    <a:lnTo>
                      <a:pt x="57133" y="54549"/>
                    </a:lnTo>
                    <a:lnTo>
                      <a:pt x="19333" y="54549"/>
                    </a:lnTo>
                    <a:lnTo>
                      <a:pt x="19333" y="92070"/>
                    </a:lnTo>
                    <a:lnTo>
                      <a:pt x="0" y="92070"/>
                    </a:lnTo>
                    <a:lnTo>
                      <a:pt x="0" y="0"/>
                    </a:lnTo>
                    <a:lnTo>
                      <a:pt x="19333" y="0"/>
                    </a:lnTo>
                    <a:lnTo>
                      <a:pt x="19333" y="37232"/>
                    </a:lnTo>
                    <a:lnTo>
                      <a:pt x="57133" y="37232"/>
                    </a:lnTo>
                    <a:lnTo>
                      <a:pt x="57133" y="0"/>
                    </a:lnTo>
                    <a:lnTo>
                      <a:pt x="76467" y="0"/>
                    </a:lnTo>
                    <a:lnTo>
                      <a:pt x="76467" y="92070"/>
                    </a:lnTo>
                    <a:lnTo>
                      <a:pt x="57133" y="92070"/>
                    </a:ln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185" name="Google Shape;185;p49"/>
              <p:cNvSpPr/>
              <p:nvPr/>
            </p:nvSpPr>
            <p:spPr>
              <a:xfrm>
                <a:off x="11352412" y="502836"/>
                <a:ext cx="77332" cy="92069"/>
              </a:xfrm>
              <a:custGeom>
                <a:avLst/>
                <a:gdLst/>
                <a:ahLst/>
                <a:cxnLst/>
                <a:rect l="l" t="t" r="r" b="b"/>
                <a:pathLst>
                  <a:path w="77332" h="92069" extrusionOk="0">
                    <a:moveTo>
                      <a:pt x="57711" y="92070"/>
                    </a:moveTo>
                    <a:lnTo>
                      <a:pt x="57711" y="34346"/>
                    </a:lnTo>
                    <a:lnTo>
                      <a:pt x="11253" y="92070"/>
                    </a:lnTo>
                    <a:lnTo>
                      <a:pt x="0" y="92070"/>
                    </a:lnTo>
                    <a:lnTo>
                      <a:pt x="0" y="0"/>
                    </a:lnTo>
                    <a:lnTo>
                      <a:pt x="19333" y="0"/>
                    </a:lnTo>
                    <a:lnTo>
                      <a:pt x="19333" y="58013"/>
                    </a:lnTo>
                    <a:lnTo>
                      <a:pt x="65790" y="0"/>
                    </a:lnTo>
                    <a:lnTo>
                      <a:pt x="77332" y="0"/>
                    </a:lnTo>
                    <a:lnTo>
                      <a:pt x="77332" y="92070"/>
                    </a:lnTo>
                    <a:lnTo>
                      <a:pt x="57711" y="92070"/>
                    </a:ln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186" name="Google Shape;186;p49"/>
              <p:cNvSpPr/>
              <p:nvPr/>
            </p:nvSpPr>
            <p:spPr>
              <a:xfrm>
                <a:off x="11445326" y="503125"/>
                <a:ext cx="77620" cy="91781"/>
              </a:xfrm>
              <a:custGeom>
                <a:avLst/>
                <a:gdLst/>
                <a:ahLst/>
                <a:cxnLst/>
                <a:rect l="l" t="t" r="r" b="b"/>
                <a:pathLst>
                  <a:path w="77620" h="91781" extrusionOk="0">
                    <a:moveTo>
                      <a:pt x="58576" y="91781"/>
                    </a:moveTo>
                    <a:lnTo>
                      <a:pt x="58576" y="69269"/>
                    </a:lnTo>
                    <a:lnTo>
                      <a:pt x="47611" y="69269"/>
                    </a:lnTo>
                    <a:cubicBezTo>
                      <a:pt x="38089" y="69557"/>
                      <a:pt x="35492" y="71578"/>
                      <a:pt x="27990" y="82545"/>
                    </a:cubicBezTo>
                    <a:lnTo>
                      <a:pt x="21641" y="91781"/>
                    </a:lnTo>
                    <a:lnTo>
                      <a:pt x="0" y="91781"/>
                    </a:lnTo>
                    <a:lnTo>
                      <a:pt x="8368" y="79659"/>
                    </a:lnTo>
                    <a:cubicBezTo>
                      <a:pt x="14428" y="70712"/>
                      <a:pt x="18756" y="66094"/>
                      <a:pt x="23084" y="63496"/>
                    </a:cubicBezTo>
                    <a:cubicBezTo>
                      <a:pt x="9811" y="58590"/>
                      <a:pt x="2020" y="48199"/>
                      <a:pt x="2020" y="34634"/>
                    </a:cubicBezTo>
                    <a:cubicBezTo>
                      <a:pt x="2020" y="15297"/>
                      <a:pt x="17025" y="0"/>
                      <a:pt x="44437" y="0"/>
                    </a:cubicBezTo>
                    <a:lnTo>
                      <a:pt x="77621" y="0"/>
                    </a:lnTo>
                    <a:lnTo>
                      <a:pt x="77621" y="91781"/>
                    </a:lnTo>
                    <a:lnTo>
                      <a:pt x="58576" y="91781"/>
                    </a:lnTo>
                    <a:close/>
                    <a:moveTo>
                      <a:pt x="42706" y="17029"/>
                    </a:moveTo>
                    <a:cubicBezTo>
                      <a:pt x="30010" y="17029"/>
                      <a:pt x="20199" y="22801"/>
                      <a:pt x="20199" y="34634"/>
                    </a:cubicBezTo>
                    <a:cubicBezTo>
                      <a:pt x="20199" y="47045"/>
                      <a:pt x="30010" y="52240"/>
                      <a:pt x="42706" y="52240"/>
                    </a:cubicBezTo>
                    <a:lnTo>
                      <a:pt x="58576" y="52240"/>
                    </a:lnTo>
                    <a:lnTo>
                      <a:pt x="58576" y="17029"/>
                    </a:lnTo>
                    <a:lnTo>
                      <a:pt x="42706" y="17029"/>
                    </a:ln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187" name="Google Shape;187;p49"/>
              <p:cNvSpPr/>
              <p:nvPr/>
            </p:nvSpPr>
            <p:spPr>
              <a:xfrm>
                <a:off x="11539971" y="502836"/>
                <a:ext cx="92913" cy="92069"/>
              </a:xfrm>
              <a:custGeom>
                <a:avLst/>
                <a:gdLst/>
                <a:ahLst/>
                <a:cxnLst/>
                <a:rect l="l" t="t" r="r" b="b"/>
                <a:pathLst>
                  <a:path w="92913" h="92069" extrusionOk="0">
                    <a:moveTo>
                      <a:pt x="15293" y="92070"/>
                    </a:moveTo>
                    <a:lnTo>
                      <a:pt x="35492" y="58878"/>
                    </a:lnTo>
                    <a:lnTo>
                      <a:pt x="0" y="0"/>
                    </a:lnTo>
                    <a:lnTo>
                      <a:pt x="21930" y="0"/>
                    </a:lnTo>
                    <a:lnTo>
                      <a:pt x="46457" y="40118"/>
                    </a:lnTo>
                    <a:lnTo>
                      <a:pt x="70984" y="0"/>
                    </a:lnTo>
                    <a:lnTo>
                      <a:pt x="92914" y="0"/>
                    </a:lnTo>
                    <a:lnTo>
                      <a:pt x="37223" y="92070"/>
                    </a:lnTo>
                    <a:lnTo>
                      <a:pt x="15293" y="92070"/>
                    </a:ln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sp>
          <p:nvSpPr>
            <p:cNvPr id="188" name="Google Shape;188;p49"/>
            <p:cNvSpPr/>
            <p:nvPr/>
          </p:nvSpPr>
          <p:spPr>
            <a:xfrm>
              <a:off x="11108585" y="665040"/>
              <a:ext cx="318274" cy="210981"/>
            </a:xfrm>
            <a:custGeom>
              <a:avLst/>
              <a:gdLst/>
              <a:ahLst/>
              <a:cxnLst/>
              <a:rect l="l" t="t" r="r" b="b"/>
              <a:pathLst>
                <a:path w="318274" h="210981" extrusionOk="0">
                  <a:moveTo>
                    <a:pt x="233439" y="7504"/>
                  </a:moveTo>
                  <a:cubicBezTo>
                    <a:pt x="208335" y="7504"/>
                    <a:pt x="186694" y="20492"/>
                    <a:pt x="175152" y="38964"/>
                  </a:cubicBezTo>
                  <a:lnTo>
                    <a:pt x="175152" y="0"/>
                  </a:lnTo>
                  <a:lnTo>
                    <a:pt x="142545" y="0"/>
                  </a:lnTo>
                  <a:lnTo>
                    <a:pt x="142545" y="94956"/>
                  </a:lnTo>
                  <a:cubicBezTo>
                    <a:pt x="142545" y="127570"/>
                    <a:pt x="118307" y="151237"/>
                    <a:pt x="87720" y="151237"/>
                  </a:cubicBezTo>
                  <a:cubicBezTo>
                    <a:pt x="56845" y="151237"/>
                    <a:pt x="32895" y="127570"/>
                    <a:pt x="32895" y="94956"/>
                  </a:cubicBezTo>
                  <a:cubicBezTo>
                    <a:pt x="32895" y="62342"/>
                    <a:pt x="57134" y="38386"/>
                    <a:pt x="87720" y="38386"/>
                  </a:cubicBezTo>
                  <a:cubicBezTo>
                    <a:pt x="103879" y="38386"/>
                    <a:pt x="118307" y="45025"/>
                    <a:pt x="128406" y="56281"/>
                  </a:cubicBezTo>
                  <a:lnTo>
                    <a:pt x="128406" y="23090"/>
                  </a:lnTo>
                  <a:cubicBezTo>
                    <a:pt x="116575" y="13565"/>
                    <a:pt x="101282" y="7504"/>
                    <a:pt x="84546" y="7504"/>
                  </a:cubicBezTo>
                  <a:cubicBezTo>
                    <a:pt x="34049" y="7504"/>
                    <a:pt x="0" y="46179"/>
                    <a:pt x="0" y="94667"/>
                  </a:cubicBezTo>
                  <a:cubicBezTo>
                    <a:pt x="0" y="143155"/>
                    <a:pt x="34049" y="181542"/>
                    <a:pt x="84546" y="181542"/>
                  </a:cubicBezTo>
                  <a:cubicBezTo>
                    <a:pt x="109650" y="181542"/>
                    <a:pt x="131292" y="168843"/>
                    <a:pt x="142834" y="150371"/>
                  </a:cubicBezTo>
                  <a:lnTo>
                    <a:pt x="142834" y="210981"/>
                  </a:lnTo>
                  <a:lnTo>
                    <a:pt x="176017" y="210981"/>
                  </a:lnTo>
                  <a:lnTo>
                    <a:pt x="176017" y="90049"/>
                  </a:lnTo>
                  <a:lnTo>
                    <a:pt x="176017" y="90049"/>
                  </a:lnTo>
                  <a:cubicBezTo>
                    <a:pt x="178037" y="59744"/>
                    <a:pt x="201410" y="37809"/>
                    <a:pt x="230843" y="37809"/>
                  </a:cubicBezTo>
                  <a:cubicBezTo>
                    <a:pt x="261718" y="37809"/>
                    <a:pt x="285668" y="61765"/>
                    <a:pt x="285668" y="94379"/>
                  </a:cubicBezTo>
                  <a:cubicBezTo>
                    <a:pt x="285668" y="126993"/>
                    <a:pt x="261429" y="150660"/>
                    <a:pt x="230843" y="150660"/>
                  </a:cubicBezTo>
                  <a:cubicBezTo>
                    <a:pt x="214683" y="150660"/>
                    <a:pt x="200544" y="144021"/>
                    <a:pt x="190734" y="133342"/>
                  </a:cubicBezTo>
                  <a:lnTo>
                    <a:pt x="190734" y="166822"/>
                  </a:lnTo>
                  <a:cubicBezTo>
                    <a:pt x="202276" y="175770"/>
                    <a:pt x="217281" y="181542"/>
                    <a:pt x="234017" y="181542"/>
                  </a:cubicBezTo>
                  <a:cubicBezTo>
                    <a:pt x="284225" y="181542"/>
                    <a:pt x="318274" y="143155"/>
                    <a:pt x="318274" y="94667"/>
                  </a:cubicBezTo>
                  <a:cubicBezTo>
                    <a:pt x="317697" y="46179"/>
                    <a:pt x="283359" y="7504"/>
                    <a:pt x="233439" y="7504"/>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Шапка с логотипом без коня (белая)">
  <p:cSld name="1_Шапка с логотипом без коня (белая)">
    <p:spTree>
      <p:nvGrpSpPr>
        <p:cNvPr id="1" name="Shape 189"/>
        <p:cNvGrpSpPr/>
        <p:nvPr/>
      </p:nvGrpSpPr>
      <p:grpSpPr>
        <a:xfrm>
          <a:off x="0" y="0"/>
          <a:ext cx="0" cy="0"/>
          <a:chOff x="0" y="0"/>
          <a:chExt cx="0" cy="0"/>
        </a:xfrm>
      </p:grpSpPr>
      <p:sp>
        <p:nvSpPr>
          <p:cNvPr id="190" name="Google Shape;190;p50"/>
          <p:cNvSpPr/>
          <p:nvPr/>
        </p:nvSpPr>
        <p:spPr>
          <a:xfrm>
            <a:off x="-1" y="-2"/>
            <a:ext cx="4172990" cy="685800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ontserrat"/>
              <a:ea typeface="Montserrat"/>
              <a:cs typeface="Montserrat"/>
              <a:sym typeface="Montserrat"/>
            </a:endParaRPr>
          </a:p>
        </p:txBody>
      </p:sp>
      <p:sp>
        <p:nvSpPr>
          <p:cNvPr id="191" name="Google Shape;191;p50"/>
          <p:cNvSpPr txBox="1">
            <a:spLocks noGrp="1"/>
          </p:cNvSpPr>
          <p:nvPr>
            <p:ph type="title"/>
          </p:nvPr>
        </p:nvSpPr>
        <p:spPr>
          <a:xfrm>
            <a:off x="559572" y="359101"/>
            <a:ext cx="2549388" cy="954107"/>
          </a:xfrm>
          <a:prstGeom prst="rect">
            <a:avLst/>
          </a:prstGeom>
          <a:noFill/>
          <a:ln>
            <a:noFill/>
          </a:ln>
        </p:spPr>
        <p:txBody>
          <a:bodyPr spcFirstLastPara="1" wrap="square" lIns="91425" tIns="45700" rIns="91425" bIns="45700" anchor="t" anchorCtr="0">
            <a:spAutoFit/>
          </a:bodyPr>
          <a:lstStyle>
            <a:lvl1pPr marR="0" lvl="0" algn="l" rtl="0">
              <a:lnSpc>
                <a:spcPct val="100000"/>
              </a:lnSpc>
              <a:spcBef>
                <a:spcPts val="0"/>
              </a:spcBef>
              <a:spcAft>
                <a:spcPts val="0"/>
              </a:spcAft>
              <a:buClr>
                <a:schemeClr val="lt1"/>
              </a:buClr>
              <a:buSzPts val="2800"/>
              <a:buFont typeface="Montserrat"/>
              <a:buNone/>
              <a:defRPr sz="2800" b="1" i="0" u="none" strike="noStrike" cap="none">
                <a:solidFill>
                  <a:schemeClr val="lt1"/>
                </a:solidFill>
                <a:latin typeface="Montserrat"/>
                <a:ea typeface="Montserrat"/>
                <a:cs typeface="Montserrat"/>
                <a:sym typeface="Montserra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92" name="Google Shape;192;p50"/>
          <p:cNvSpPr/>
          <p:nvPr/>
        </p:nvSpPr>
        <p:spPr>
          <a:xfrm>
            <a:off x="11641138" y="6453188"/>
            <a:ext cx="41549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fld id="{00000000-1234-1234-1234-123412341234}" type="slidenum">
              <a:rPr lang="ru-RU" sz="1400">
                <a:solidFill>
                  <a:srgbClr val="8F9092"/>
                </a:solidFill>
                <a:latin typeface="Montserrat"/>
                <a:ea typeface="Montserrat"/>
                <a:cs typeface="Montserrat"/>
                <a:sym typeface="Montserrat"/>
              </a:rPr>
              <a:t>‹#›</a:t>
            </a:fld>
            <a:endParaRPr sz="1400">
              <a:solidFill>
                <a:srgbClr val="8F9092"/>
              </a:solidFill>
              <a:latin typeface="Montserrat"/>
              <a:ea typeface="Montserrat"/>
              <a:cs typeface="Montserrat"/>
              <a:sym typeface="Montserrat"/>
            </a:endParaRPr>
          </a:p>
        </p:txBody>
      </p:sp>
      <p:sp>
        <p:nvSpPr>
          <p:cNvPr id="193" name="Google Shape;193;p50"/>
          <p:cNvSpPr txBox="1">
            <a:spLocks noGrp="1"/>
          </p:cNvSpPr>
          <p:nvPr>
            <p:ph type="body" idx="1"/>
          </p:nvPr>
        </p:nvSpPr>
        <p:spPr>
          <a:xfrm>
            <a:off x="559572" y="1729294"/>
            <a:ext cx="2549388" cy="338554"/>
          </a:xfrm>
          <a:prstGeom prst="rect">
            <a:avLst/>
          </a:prstGeom>
          <a:noFill/>
          <a:ln>
            <a:noFill/>
          </a:ln>
        </p:spPr>
        <p:txBody>
          <a:bodyPr spcFirstLastPara="1" wrap="square" lIns="91425" tIns="45700" rIns="91425" bIns="45700" anchor="t" anchorCtr="0">
            <a:spAutoFit/>
          </a:bodyPr>
          <a:lstStyle>
            <a:lvl1pPr marL="457200" marR="0" lvl="0" indent="-228600" algn="l" rtl="0">
              <a:lnSpc>
                <a:spcPct val="100000"/>
              </a:lnSpc>
              <a:spcBef>
                <a:spcPts val="0"/>
              </a:spcBef>
              <a:spcAft>
                <a:spcPts val="0"/>
              </a:spcAft>
              <a:buClr>
                <a:schemeClr val="lt1"/>
              </a:buClr>
              <a:buSzPts val="1600"/>
              <a:buFont typeface="Arial"/>
              <a:buNone/>
              <a:defRPr sz="1600" b="1" i="0" u="none" strike="noStrike" cap="none">
                <a:solidFill>
                  <a:schemeClr val="lt1"/>
                </a:solidFill>
                <a:latin typeface="Montserrat"/>
                <a:ea typeface="Montserrat"/>
                <a:cs typeface="Montserrat"/>
                <a:sym typeface="Montserrat"/>
              </a:defRPr>
            </a:lvl1pPr>
            <a:lvl2pPr marL="914400" marR="0" lvl="1" indent="-317500" algn="l" rtl="0">
              <a:lnSpc>
                <a:spcPct val="100000"/>
              </a:lnSpc>
              <a:spcBef>
                <a:spcPts val="600"/>
              </a:spcBef>
              <a:spcAft>
                <a:spcPts val="0"/>
              </a:spcAft>
              <a:buClr>
                <a:srgbClr val="222A3F"/>
              </a:buClr>
              <a:buSzPts val="1400"/>
              <a:buFont typeface="Arial"/>
              <a:buChar char="•"/>
              <a:defRPr sz="1400" b="0" i="0" u="none" strike="noStrike" cap="none">
                <a:solidFill>
                  <a:srgbClr val="222A3F"/>
                </a:solidFill>
                <a:latin typeface="Montserrat"/>
                <a:ea typeface="Montserrat"/>
                <a:cs typeface="Montserrat"/>
                <a:sym typeface="Montserrat"/>
              </a:defRPr>
            </a:lvl2pPr>
            <a:lvl3pPr marL="1371600" marR="0" lvl="2" indent="-355600" algn="l" rtl="0">
              <a:lnSpc>
                <a:spcPct val="90000"/>
              </a:lnSpc>
              <a:spcBef>
                <a:spcPts val="600"/>
              </a:spcBef>
              <a:spcAft>
                <a:spcPts val="0"/>
              </a:spcAft>
              <a:buClr>
                <a:schemeClr val="dk1"/>
              </a:buClr>
              <a:buSzPts val="2000"/>
              <a:buFont typeface="Arial"/>
              <a:buChar char="•"/>
              <a:defRPr sz="2000" b="0" i="0" u="none" strike="noStrike" cap="none">
                <a:solidFill>
                  <a:schemeClr val="dk1"/>
                </a:solidFill>
                <a:latin typeface="Montserrat"/>
                <a:ea typeface="Montserrat"/>
                <a:cs typeface="Montserrat"/>
                <a:sym typeface="Montserra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9pPr>
          </a:lstStyle>
          <a:p>
            <a:endParaRPr/>
          </a:p>
        </p:txBody>
      </p:sp>
      <p:sp>
        <p:nvSpPr>
          <p:cNvPr id="194" name="Google Shape;194;p50"/>
          <p:cNvSpPr txBox="1">
            <a:spLocks noGrp="1"/>
          </p:cNvSpPr>
          <p:nvPr>
            <p:ph type="body" idx="2"/>
          </p:nvPr>
        </p:nvSpPr>
        <p:spPr>
          <a:xfrm>
            <a:off x="559572" y="2409034"/>
            <a:ext cx="2549388" cy="307777"/>
          </a:xfrm>
          <a:prstGeom prst="rect">
            <a:avLst/>
          </a:prstGeom>
          <a:noFill/>
          <a:ln>
            <a:noFill/>
          </a:ln>
        </p:spPr>
        <p:txBody>
          <a:bodyPr spcFirstLastPara="1" wrap="square" lIns="91425" tIns="45700" rIns="91425" bIns="45700" anchor="t" anchorCtr="0">
            <a:spAutoFit/>
          </a:bodyPr>
          <a:lstStyle>
            <a:lvl1pPr marL="457200" marR="0" lvl="0" indent="-228600" algn="l" rtl="0">
              <a:lnSpc>
                <a:spcPct val="100000"/>
              </a:lnSpc>
              <a:spcBef>
                <a:spcPts val="0"/>
              </a:spcBef>
              <a:spcAft>
                <a:spcPts val="0"/>
              </a:spcAft>
              <a:buClr>
                <a:schemeClr val="lt1"/>
              </a:buClr>
              <a:buSzPts val="1400"/>
              <a:buFont typeface="Arial"/>
              <a:buNone/>
              <a:defRPr sz="1400" b="0" i="0" u="none" strike="noStrike" cap="none">
                <a:solidFill>
                  <a:schemeClr val="lt1"/>
                </a:solidFill>
                <a:latin typeface="Montserrat"/>
                <a:ea typeface="Montserrat"/>
                <a:cs typeface="Montserrat"/>
                <a:sym typeface="Montserrat"/>
              </a:defRPr>
            </a:lvl1pPr>
            <a:lvl2pPr marL="914400" marR="0" lvl="1" indent="-381000" algn="l" rtl="0">
              <a:lnSpc>
                <a:spcPct val="90000"/>
              </a:lnSpc>
              <a:spcBef>
                <a:spcPts val="600"/>
              </a:spcBef>
              <a:spcAft>
                <a:spcPts val="0"/>
              </a:spcAft>
              <a:buClr>
                <a:schemeClr val="dk1"/>
              </a:buClr>
              <a:buSzPts val="2400"/>
              <a:buFont typeface="Arial"/>
              <a:buChar char="•"/>
              <a:defRPr sz="2400" b="0" i="0" u="none" strike="noStrike" cap="none">
                <a:solidFill>
                  <a:schemeClr val="dk1"/>
                </a:solidFill>
                <a:latin typeface="Montserrat"/>
                <a:ea typeface="Montserrat"/>
                <a:cs typeface="Montserrat"/>
                <a:sym typeface="Montserrat"/>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Montserrat"/>
                <a:ea typeface="Montserrat"/>
                <a:cs typeface="Montserrat"/>
                <a:sym typeface="Montserra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9pPr>
          </a:lstStyle>
          <a:p>
            <a:endParaRPr/>
          </a:p>
        </p:txBody>
      </p:sp>
      <p:grpSp>
        <p:nvGrpSpPr>
          <p:cNvPr id="195" name="Google Shape;195;p50"/>
          <p:cNvGrpSpPr/>
          <p:nvPr/>
        </p:nvGrpSpPr>
        <p:grpSpPr>
          <a:xfrm>
            <a:off x="10376966" y="276558"/>
            <a:ext cx="1255918" cy="600040"/>
            <a:chOff x="10376966" y="276558"/>
            <a:chExt cx="1255918" cy="600040"/>
          </a:xfrm>
        </p:grpSpPr>
        <p:grpSp>
          <p:nvGrpSpPr>
            <p:cNvPr id="196" name="Google Shape;196;p50"/>
            <p:cNvGrpSpPr/>
            <p:nvPr/>
          </p:nvGrpSpPr>
          <p:grpSpPr>
            <a:xfrm>
              <a:off x="10376966" y="276558"/>
              <a:ext cx="472032" cy="496714"/>
              <a:chOff x="10376966" y="276558"/>
              <a:chExt cx="472032" cy="496714"/>
            </a:xfrm>
          </p:grpSpPr>
          <p:grpSp>
            <p:nvGrpSpPr>
              <p:cNvPr id="197" name="Google Shape;197;p50"/>
              <p:cNvGrpSpPr/>
              <p:nvPr/>
            </p:nvGrpSpPr>
            <p:grpSpPr>
              <a:xfrm>
                <a:off x="10376966" y="413364"/>
                <a:ext cx="472032" cy="359908"/>
                <a:chOff x="10376966" y="413364"/>
                <a:chExt cx="472032" cy="359908"/>
              </a:xfrm>
            </p:grpSpPr>
            <p:grpSp>
              <p:nvGrpSpPr>
                <p:cNvPr id="198" name="Google Shape;198;p50"/>
                <p:cNvGrpSpPr/>
                <p:nvPr/>
              </p:nvGrpSpPr>
              <p:grpSpPr>
                <a:xfrm>
                  <a:off x="10376966" y="413364"/>
                  <a:ext cx="472032" cy="359908"/>
                  <a:chOff x="10376966" y="413364"/>
                  <a:chExt cx="472032" cy="359908"/>
                </a:xfrm>
              </p:grpSpPr>
              <p:grpSp>
                <p:nvGrpSpPr>
                  <p:cNvPr id="199" name="Google Shape;199;p50"/>
                  <p:cNvGrpSpPr/>
                  <p:nvPr/>
                </p:nvGrpSpPr>
                <p:grpSpPr>
                  <a:xfrm>
                    <a:off x="10452557" y="413364"/>
                    <a:ext cx="320303" cy="359908"/>
                    <a:chOff x="10452557" y="413364"/>
                    <a:chExt cx="320303" cy="359908"/>
                  </a:xfrm>
                </p:grpSpPr>
                <p:sp>
                  <p:nvSpPr>
                    <p:cNvPr id="200" name="Google Shape;200;p50"/>
                    <p:cNvSpPr/>
                    <p:nvPr/>
                  </p:nvSpPr>
                  <p:spPr>
                    <a:xfrm>
                      <a:off x="10677775" y="438474"/>
                      <a:ext cx="79063" cy="152679"/>
                    </a:xfrm>
                    <a:custGeom>
                      <a:avLst/>
                      <a:gdLst/>
                      <a:ahLst/>
                      <a:cxnLst/>
                      <a:rect l="l" t="t" r="r" b="b"/>
                      <a:pathLst>
                        <a:path w="79063" h="152679" extrusionOk="0">
                          <a:moveTo>
                            <a:pt x="25104" y="134208"/>
                          </a:moveTo>
                          <a:cubicBezTo>
                            <a:pt x="49054" y="88895"/>
                            <a:pt x="67810" y="41273"/>
                            <a:pt x="79064" y="1443"/>
                          </a:cubicBezTo>
                          <a:cubicBezTo>
                            <a:pt x="74735" y="866"/>
                            <a:pt x="70407" y="577"/>
                            <a:pt x="65790" y="0"/>
                          </a:cubicBezTo>
                          <a:cubicBezTo>
                            <a:pt x="54825" y="37521"/>
                            <a:pt x="37223" y="83123"/>
                            <a:pt x="13562" y="128147"/>
                          </a:cubicBezTo>
                          <a:cubicBezTo>
                            <a:pt x="9234" y="136517"/>
                            <a:pt x="4617" y="144599"/>
                            <a:pt x="0" y="152680"/>
                          </a:cubicBezTo>
                          <a:cubicBezTo>
                            <a:pt x="6348" y="150660"/>
                            <a:pt x="12696" y="148351"/>
                            <a:pt x="19045" y="146042"/>
                          </a:cubicBezTo>
                          <a:cubicBezTo>
                            <a:pt x="20776" y="142001"/>
                            <a:pt x="22796" y="137960"/>
                            <a:pt x="25104" y="134208"/>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201" name="Google Shape;201;p50"/>
                    <p:cNvSpPr/>
                    <p:nvPr/>
                  </p:nvSpPr>
                  <p:spPr>
                    <a:xfrm>
                      <a:off x="10466265" y="467913"/>
                      <a:ext cx="77043" cy="153257"/>
                    </a:xfrm>
                    <a:custGeom>
                      <a:avLst/>
                      <a:gdLst/>
                      <a:ahLst/>
                      <a:cxnLst/>
                      <a:rect l="l" t="t" r="r" b="b"/>
                      <a:pathLst>
                        <a:path w="77043" h="153257" extrusionOk="0">
                          <a:moveTo>
                            <a:pt x="68387" y="15874"/>
                          </a:moveTo>
                          <a:cubicBezTo>
                            <a:pt x="71273" y="10390"/>
                            <a:pt x="74158" y="5195"/>
                            <a:pt x="77044" y="0"/>
                          </a:cubicBezTo>
                          <a:cubicBezTo>
                            <a:pt x="70695" y="2020"/>
                            <a:pt x="64636" y="4041"/>
                            <a:pt x="58576" y="6061"/>
                          </a:cubicBezTo>
                          <a:cubicBezTo>
                            <a:pt x="57999" y="7215"/>
                            <a:pt x="57134" y="8370"/>
                            <a:pt x="56556" y="9813"/>
                          </a:cubicBezTo>
                          <a:cubicBezTo>
                            <a:pt x="30010" y="60033"/>
                            <a:pt x="10965" y="109098"/>
                            <a:pt x="0" y="152391"/>
                          </a:cubicBezTo>
                          <a:cubicBezTo>
                            <a:pt x="4328" y="152680"/>
                            <a:pt x="8657" y="152969"/>
                            <a:pt x="13273" y="153257"/>
                          </a:cubicBezTo>
                          <a:cubicBezTo>
                            <a:pt x="23950" y="112850"/>
                            <a:pt x="41840" y="65805"/>
                            <a:pt x="68387" y="15874"/>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nvGrpSpPr>
                    <p:cNvPr id="202" name="Google Shape;202;p50"/>
                    <p:cNvGrpSpPr/>
                    <p:nvPr/>
                  </p:nvGrpSpPr>
                  <p:grpSpPr>
                    <a:xfrm>
                      <a:off x="10452557" y="413364"/>
                      <a:ext cx="320303" cy="223391"/>
                      <a:chOff x="10452557" y="413364"/>
                      <a:chExt cx="320303" cy="223391"/>
                    </a:xfrm>
                  </p:grpSpPr>
                  <p:sp>
                    <p:nvSpPr>
                      <p:cNvPr id="203" name="Google Shape;203;p50"/>
                      <p:cNvSpPr/>
                      <p:nvPr/>
                    </p:nvSpPr>
                    <p:spPr>
                      <a:xfrm>
                        <a:off x="10503200" y="546706"/>
                        <a:ext cx="161301" cy="87163"/>
                      </a:xfrm>
                      <a:custGeom>
                        <a:avLst/>
                        <a:gdLst/>
                        <a:ahLst/>
                        <a:cxnLst/>
                        <a:rect l="l" t="t" r="r" b="b"/>
                        <a:pathLst>
                          <a:path w="161301" h="87163" extrusionOk="0">
                            <a:moveTo>
                              <a:pt x="5771" y="0"/>
                            </a:moveTo>
                            <a:cubicBezTo>
                              <a:pt x="3751" y="4618"/>
                              <a:pt x="1731" y="9236"/>
                              <a:pt x="0" y="13854"/>
                            </a:cubicBezTo>
                            <a:cubicBezTo>
                              <a:pt x="19044" y="30882"/>
                              <a:pt x="42706" y="46756"/>
                              <a:pt x="69830" y="60033"/>
                            </a:cubicBezTo>
                            <a:cubicBezTo>
                              <a:pt x="97819" y="73598"/>
                              <a:pt x="126386" y="82834"/>
                              <a:pt x="153222" y="87163"/>
                            </a:cubicBezTo>
                            <a:cubicBezTo>
                              <a:pt x="156107" y="83123"/>
                              <a:pt x="158704" y="78793"/>
                              <a:pt x="161301" y="74464"/>
                            </a:cubicBezTo>
                            <a:cubicBezTo>
                              <a:pt x="134177" y="71001"/>
                              <a:pt x="104456" y="61765"/>
                              <a:pt x="75601" y="47622"/>
                            </a:cubicBezTo>
                            <a:cubicBezTo>
                              <a:pt x="48477" y="34346"/>
                              <a:pt x="24527" y="17606"/>
                              <a:pt x="5771" y="0"/>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204" name="Google Shape;204;p50"/>
                      <p:cNvSpPr/>
                      <p:nvPr/>
                    </p:nvSpPr>
                    <p:spPr>
                      <a:xfrm>
                        <a:off x="10452557" y="413364"/>
                        <a:ext cx="320303" cy="223391"/>
                      </a:xfrm>
                      <a:custGeom>
                        <a:avLst/>
                        <a:gdLst/>
                        <a:ahLst/>
                        <a:cxnLst/>
                        <a:rect l="l" t="t" r="r" b="b"/>
                        <a:pathLst>
                          <a:path w="320303" h="223391" extrusionOk="0">
                            <a:moveTo>
                              <a:pt x="297068" y="105346"/>
                            </a:moveTo>
                            <a:cubicBezTo>
                              <a:pt x="275426" y="76484"/>
                              <a:pt x="240800" y="49643"/>
                              <a:pt x="200114" y="30016"/>
                            </a:cubicBezTo>
                            <a:cubicBezTo>
                              <a:pt x="160582" y="10679"/>
                              <a:pt x="119319" y="0"/>
                              <a:pt x="83827" y="0"/>
                            </a:cubicBezTo>
                            <a:cubicBezTo>
                              <a:pt x="44584" y="0"/>
                              <a:pt x="16883" y="12699"/>
                              <a:pt x="5341" y="36077"/>
                            </a:cubicBezTo>
                            <a:cubicBezTo>
                              <a:pt x="-8799" y="64939"/>
                              <a:pt x="5918" y="102749"/>
                              <a:pt x="40256" y="137383"/>
                            </a:cubicBezTo>
                            <a:cubicBezTo>
                              <a:pt x="42275" y="132765"/>
                              <a:pt x="44007" y="127859"/>
                              <a:pt x="46027" y="123241"/>
                            </a:cubicBezTo>
                            <a:cubicBezTo>
                              <a:pt x="19191" y="94379"/>
                              <a:pt x="7072" y="63785"/>
                              <a:pt x="17460" y="42138"/>
                            </a:cubicBezTo>
                            <a:cubicBezTo>
                              <a:pt x="26116" y="24244"/>
                              <a:pt x="50355" y="13854"/>
                              <a:pt x="83538" y="13854"/>
                            </a:cubicBezTo>
                            <a:cubicBezTo>
                              <a:pt x="117011" y="13854"/>
                              <a:pt x="156254" y="23955"/>
                              <a:pt x="193766" y="42427"/>
                            </a:cubicBezTo>
                            <a:cubicBezTo>
                              <a:pt x="232432" y="61476"/>
                              <a:pt x="265038" y="86586"/>
                              <a:pt x="285526" y="113716"/>
                            </a:cubicBezTo>
                            <a:cubicBezTo>
                              <a:pt x="304859" y="139403"/>
                              <a:pt x="310918" y="163359"/>
                              <a:pt x="302262" y="181253"/>
                            </a:cubicBezTo>
                            <a:cubicBezTo>
                              <a:pt x="293605" y="199148"/>
                              <a:pt x="269367" y="209538"/>
                              <a:pt x="236183" y="209538"/>
                            </a:cubicBezTo>
                            <a:cubicBezTo>
                              <a:pt x="233009" y="209538"/>
                              <a:pt x="229546" y="209249"/>
                              <a:pt x="226372" y="209249"/>
                            </a:cubicBezTo>
                            <a:cubicBezTo>
                              <a:pt x="223487" y="213579"/>
                              <a:pt x="220890" y="218197"/>
                              <a:pt x="218004" y="222526"/>
                            </a:cubicBezTo>
                            <a:cubicBezTo>
                              <a:pt x="224064" y="223103"/>
                              <a:pt x="230123" y="223392"/>
                              <a:pt x="236183" y="223392"/>
                            </a:cubicBezTo>
                            <a:cubicBezTo>
                              <a:pt x="275426" y="223392"/>
                              <a:pt x="303127" y="210692"/>
                              <a:pt x="314670" y="187314"/>
                            </a:cubicBezTo>
                            <a:cubicBezTo>
                              <a:pt x="326212" y="164513"/>
                              <a:pt x="319863" y="135651"/>
                              <a:pt x="297068" y="105346"/>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sp>
                  <p:nvSpPr>
                    <p:cNvPr id="205" name="Google Shape;205;p50"/>
                    <p:cNvSpPr/>
                    <p:nvPr/>
                  </p:nvSpPr>
                  <p:spPr>
                    <a:xfrm>
                      <a:off x="10454912" y="602121"/>
                      <a:ext cx="230941" cy="171151"/>
                    </a:xfrm>
                    <a:custGeom>
                      <a:avLst/>
                      <a:gdLst/>
                      <a:ahLst/>
                      <a:cxnLst/>
                      <a:rect l="l" t="t" r="r" b="b"/>
                      <a:pathLst>
                        <a:path w="230941" h="171151" extrusionOk="0">
                          <a:moveTo>
                            <a:pt x="211897" y="6350"/>
                          </a:moveTo>
                          <a:cubicBezTo>
                            <a:pt x="157072" y="95245"/>
                            <a:pt x="91282" y="158164"/>
                            <a:pt x="49731" y="158164"/>
                          </a:cubicBezTo>
                          <a:cubicBezTo>
                            <a:pt x="44248" y="158164"/>
                            <a:pt x="39343" y="157009"/>
                            <a:pt x="35014" y="154700"/>
                          </a:cubicBezTo>
                          <a:cubicBezTo>
                            <a:pt x="12507" y="142867"/>
                            <a:pt x="6448" y="96976"/>
                            <a:pt x="21164" y="32325"/>
                          </a:cubicBezTo>
                          <a:cubicBezTo>
                            <a:pt x="16547" y="32037"/>
                            <a:pt x="12219" y="31748"/>
                            <a:pt x="7890" y="31460"/>
                          </a:cubicBezTo>
                          <a:cubicBezTo>
                            <a:pt x="-7114" y="99285"/>
                            <a:pt x="-1055" y="150660"/>
                            <a:pt x="28955" y="166245"/>
                          </a:cubicBezTo>
                          <a:cubicBezTo>
                            <a:pt x="35014" y="169420"/>
                            <a:pt x="42228" y="171152"/>
                            <a:pt x="49731" y="171152"/>
                          </a:cubicBezTo>
                          <a:cubicBezTo>
                            <a:pt x="99073" y="171152"/>
                            <a:pt x="171212" y="102171"/>
                            <a:pt x="230942" y="0"/>
                          </a:cubicBezTo>
                          <a:cubicBezTo>
                            <a:pt x="224882" y="2598"/>
                            <a:pt x="218534" y="4618"/>
                            <a:pt x="211897" y="6350"/>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grpSp>
                <p:nvGrpSpPr>
                  <p:cNvPr id="206" name="Google Shape;206;p50"/>
                  <p:cNvGrpSpPr/>
                  <p:nvPr/>
                </p:nvGrpSpPr>
                <p:grpSpPr>
                  <a:xfrm>
                    <a:off x="10376966" y="420579"/>
                    <a:ext cx="472032" cy="208672"/>
                    <a:chOff x="10376966" y="420579"/>
                    <a:chExt cx="472032" cy="208672"/>
                  </a:xfrm>
                </p:grpSpPr>
                <p:sp>
                  <p:nvSpPr>
                    <p:cNvPr id="207" name="Google Shape;207;p50"/>
                    <p:cNvSpPr/>
                    <p:nvPr/>
                  </p:nvSpPr>
                  <p:spPr>
                    <a:xfrm>
                      <a:off x="10598134" y="557962"/>
                      <a:ext cx="157550" cy="57723"/>
                    </a:xfrm>
                    <a:custGeom>
                      <a:avLst/>
                      <a:gdLst/>
                      <a:ahLst/>
                      <a:cxnLst/>
                      <a:rect l="l" t="t" r="r" b="b"/>
                      <a:pathLst>
                        <a:path w="157550" h="57723" extrusionOk="0">
                          <a:moveTo>
                            <a:pt x="32029" y="42138"/>
                          </a:moveTo>
                          <a:cubicBezTo>
                            <a:pt x="21353" y="44736"/>
                            <a:pt x="10676" y="46756"/>
                            <a:pt x="0" y="48777"/>
                          </a:cubicBezTo>
                          <a:cubicBezTo>
                            <a:pt x="8657" y="52240"/>
                            <a:pt x="17025" y="55126"/>
                            <a:pt x="25393" y="57724"/>
                          </a:cubicBezTo>
                          <a:cubicBezTo>
                            <a:pt x="28567" y="57147"/>
                            <a:pt x="31741" y="56281"/>
                            <a:pt x="34915" y="55704"/>
                          </a:cubicBezTo>
                          <a:cubicBezTo>
                            <a:pt x="80218" y="45313"/>
                            <a:pt x="122346" y="30594"/>
                            <a:pt x="157550" y="13276"/>
                          </a:cubicBezTo>
                          <a:cubicBezTo>
                            <a:pt x="156684" y="8947"/>
                            <a:pt x="155530" y="4618"/>
                            <a:pt x="153799" y="0"/>
                          </a:cubicBezTo>
                          <a:cubicBezTo>
                            <a:pt x="119461" y="17029"/>
                            <a:pt x="77332" y="31748"/>
                            <a:pt x="32029" y="42138"/>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208" name="Google Shape;208;p50"/>
                    <p:cNvSpPr/>
                    <p:nvPr/>
                  </p:nvSpPr>
                  <p:spPr>
                    <a:xfrm>
                      <a:off x="10464534" y="437319"/>
                      <a:ext cx="149759" cy="57723"/>
                    </a:xfrm>
                    <a:custGeom>
                      <a:avLst/>
                      <a:gdLst/>
                      <a:ahLst/>
                      <a:cxnLst/>
                      <a:rect l="l" t="t" r="r" b="b"/>
                      <a:pathLst>
                        <a:path w="149759" h="57723" extrusionOk="0">
                          <a:moveTo>
                            <a:pt x="0" y="44159"/>
                          </a:moveTo>
                          <a:cubicBezTo>
                            <a:pt x="577" y="48488"/>
                            <a:pt x="1731" y="53106"/>
                            <a:pt x="3174" y="57724"/>
                          </a:cubicBezTo>
                          <a:cubicBezTo>
                            <a:pt x="36646" y="40407"/>
                            <a:pt x="79929" y="24244"/>
                            <a:pt x="131003" y="12411"/>
                          </a:cubicBezTo>
                          <a:cubicBezTo>
                            <a:pt x="137351" y="10968"/>
                            <a:pt x="143411" y="9524"/>
                            <a:pt x="149759" y="8370"/>
                          </a:cubicBezTo>
                          <a:cubicBezTo>
                            <a:pt x="140814" y="5195"/>
                            <a:pt x="132157" y="2309"/>
                            <a:pt x="123501" y="0"/>
                          </a:cubicBezTo>
                          <a:cubicBezTo>
                            <a:pt x="76178" y="11545"/>
                            <a:pt x="34049" y="26842"/>
                            <a:pt x="0" y="44159"/>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209" name="Google Shape;209;p50"/>
                    <p:cNvSpPr/>
                    <p:nvPr/>
                  </p:nvSpPr>
                  <p:spPr>
                    <a:xfrm>
                      <a:off x="10376966" y="488405"/>
                      <a:ext cx="220302" cy="140846"/>
                    </a:xfrm>
                    <a:custGeom>
                      <a:avLst/>
                      <a:gdLst/>
                      <a:ahLst/>
                      <a:cxnLst/>
                      <a:rect l="l" t="t" r="r" b="b"/>
                      <a:pathLst>
                        <a:path w="220302" h="140846" extrusionOk="0">
                          <a:moveTo>
                            <a:pt x="196064" y="122375"/>
                          </a:moveTo>
                          <a:cubicBezTo>
                            <a:pt x="172403" y="125550"/>
                            <a:pt x="149318" y="127281"/>
                            <a:pt x="127966" y="127281"/>
                          </a:cubicBezTo>
                          <a:cubicBezTo>
                            <a:pt x="63330" y="127281"/>
                            <a:pt x="19758" y="112273"/>
                            <a:pt x="14276" y="88029"/>
                          </a:cubicBezTo>
                          <a:cubicBezTo>
                            <a:pt x="9659" y="67537"/>
                            <a:pt x="33320" y="39541"/>
                            <a:pt x="78623" y="13565"/>
                          </a:cubicBezTo>
                          <a:cubicBezTo>
                            <a:pt x="76892" y="8947"/>
                            <a:pt x="75737" y="4618"/>
                            <a:pt x="74872" y="0"/>
                          </a:cubicBezTo>
                          <a:cubicBezTo>
                            <a:pt x="23509" y="28862"/>
                            <a:pt x="-5923" y="62053"/>
                            <a:pt x="1002" y="90915"/>
                          </a:cubicBezTo>
                          <a:cubicBezTo>
                            <a:pt x="8505" y="122663"/>
                            <a:pt x="54673" y="140846"/>
                            <a:pt x="128254" y="140846"/>
                          </a:cubicBezTo>
                          <a:cubicBezTo>
                            <a:pt x="156821" y="140846"/>
                            <a:pt x="188273" y="137960"/>
                            <a:pt x="220303" y="132476"/>
                          </a:cubicBezTo>
                          <a:cubicBezTo>
                            <a:pt x="211934" y="129590"/>
                            <a:pt x="203855" y="126127"/>
                            <a:pt x="196064" y="122375"/>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210" name="Google Shape;210;p50"/>
                    <p:cNvSpPr/>
                    <p:nvPr/>
                  </p:nvSpPr>
                  <p:spPr>
                    <a:xfrm>
                      <a:off x="10615159" y="420579"/>
                      <a:ext cx="233839" cy="143732"/>
                    </a:xfrm>
                    <a:custGeom>
                      <a:avLst/>
                      <a:gdLst/>
                      <a:ahLst/>
                      <a:cxnLst/>
                      <a:rect l="l" t="t" r="r" b="b"/>
                      <a:pathLst>
                        <a:path w="233839" h="143732" extrusionOk="0">
                          <a:moveTo>
                            <a:pt x="232862" y="49931"/>
                          </a:moveTo>
                          <a:cubicBezTo>
                            <a:pt x="225649" y="18183"/>
                            <a:pt x="179191" y="0"/>
                            <a:pt x="105610" y="0"/>
                          </a:cubicBezTo>
                          <a:cubicBezTo>
                            <a:pt x="73004" y="0"/>
                            <a:pt x="36646" y="3752"/>
                            <a:pt x="0" y="10968"/>
                          </a:cubicBezTo>
                          <a:cubicBezTo>
                            <a:pt x="8080" y="13854"/>
                            <a:pt x="16159" y="17029"/>
                            <a:pt x="24238" y="20492"/>
                          </a:cubicBezTo>
                          <a:cubicBezTo>
                            <a:pt x="52517" y="15874"/>
                            <a:pt x="80218" y="13565"/>
                            <a:pt x="105610" y="13565"/>
                          </a:cubicBezTo>
                          <a:cubicBezTo>
                            <a:pt x="170246" y="13565"/>
                            <a:pt x="213818" y="28573"/>
                            <a:pt x="219300" y="52817"/>
                          </a:cubicBezTo>
                          <a:cubicBezTo>
                            <a:pt x="223629" y="71289"/>
                            <a:pt x="205161" y="95533"/>
                            <a:pt x="168804" y="118911"/>
                          </a:cubicBezTo>
                          <a:cubicBezTo>
                            <a:pt x="162455" y="122952"/>
                            <a:pt x="155819" y="126704"/>
                            <a:pt x="148893" y="130456"/>
                          </a:cubicBezTo>
                          <a:cubicBezTo>
                            <a:pt x="150625" y="135074"/>
                            <a:pt x="152068" y="139403"/>
                            <a:pt x="153222" y="143733"/>
                          </a:cubicBezTo>
                          <a:cubicBezTo>
                            <a:pt x="161301" y="139403"/>
                            <a:pt x="169092" y="134785"/>
                            <a:pt x="176306" y="130456"/>
                          </a:cubicBezTo>
                          <a:cubicBezTo>
                            <a:pt x="218723" y="103615"/>
                            <a:pt x="238633" y="74753"/>
                            <a:pt x="232862" y="49931"/>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grpSp>
            <p:sp>
              <p:nvSpPr>
                <p:cNvPr id="211" name="Google Shape;211;p50"/>
                <p:cNvSpPr/>
                <p:nvPr/>
              </p:nvSpPr>
              <p:spPr>
                <a:xfrm>
                  <a:off x="10571587" y="488116"/>
                  <a:ext cx="76178" cy="76195"/>
                </a:xfrm>
                <a:custGeom>
                  <a:avLst/>
                  <a:gdLst/>
                  <a:ahLst/>
                  <a:cxnLst/>
                  <a:rect l="l" t="t" r="r" b="b"/>
                  <a:pathLst>
                    <a:path w="76178" h="76195" extrusionOk="0">
                      <a:moveTo>
                        <a:pt x="76178" y="38098"/>
                      </a:moveTo>
                      <a:cubicBezTo>
                        <a:pt x="76178" y="59167"/>
                        <a:pt x="59153" y="76196"/>
                        <a:pt x="38089" y="76196"/>
                      </a:cubicBezTo>
                      <a:cubicBezTo>
                        <a:pt x="17025" y="76196"/>
                        <a:pt x="0" y="59167"/>
                        <a:pt x="0" y="38098"/>
                      </a:cubicBezTo>
                      <a:cubicBezTo>
                        <a:pt x="0" y="17029"/>
                        <a:pt x="17025" y="0"/>
                        <a:pt x="38089" y="0"/>
                      </a:cubicBezTo>
                      <a:cubicBezTo>
                        <a:pt x="59153" y="0"/>
                        <a:pt x="76178" y="17029"/>
                        <a:pt x="76178" y="38098"/>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grpSp>
            <p:nvGrpSpPr>
              <p:cNvPr id="212" name="Google Shape;212;p50"/>
              <p:cNvGrpSpPr/>
              <p:nvPr/>
            </p:nvGrpSpPr>
            <p:grpSpPr>
              <a:xfrm>
                <a:off x="10534652" y="276558"/>
                <a:ext cx="236032" cy="179521"/>
                <a:chOff x="10534652" y="276558"/>
                <a:chExt cx="236032" cy="179521"/>
              </a:xfrm>
            </p:grpSpPr>
            <p:sp>
              <p:nvSpPr>
                <p:cNvPr id="213" name="Google Shape;213;p50"/>
                <p:cNvSpPr/>
                <p:nvPr/>
              </p:nvSpPr>
              <p:spPr>
                <a:xfrm>
                  <a:off x="10534652" y="424620"/>
                  <a:ext cx="33472" cy="31459"/>
                </a:xfrm>
                <a:custGeom>
                  <a:avLst/>
                  <a:gdLst/>
                  <a:ahLst/>
                  <a:cxnLst/>
                  <a:rect l="l" t="t" r="r" b="b"/>
                  <a:pathLst>
                    <a:path w="33472" h="31459" extrusionOk="0">
                      <a:moveTo>
                        <a:pt x="18467" y="25976"/>
                      </a:moveTo>
                      <a:cubicBezTo>
                        <a:pt x="23373" y="17894"/>
                        <a:pt x="28278" y="9813"/>
                        <a:pt x="33472" y="2020"/>
                      </a:cubicBezTo>
                      <a:cubicBezTo>
                        <a:pt x="28567" y="1154"/>
                        <a:pt x="23661" y="577"/>
                        <a:pt x="18756" y="0"/>
                      </a:cubicBezTo>
                      <a:cubicBezTo>
                        <a:pt x="12408" y="10102"/>
                        <a:pt x="6060" y="20492"/>
                        <a:pt x="0" y="31460"/>
                      </a:cubicBezTo>
                      <a:cubicBezTo>
                        <a:pt x="6060" y="29728"/>
                        <a:pt x="12408" y="27708"/>
                        <a:pt x="18467" y="25976"/>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214" name="Google Shape;214;p50"/>
                <p:cNvSpPr/>
                <p:nvPr/>
              </p:nvSpPr>
              <p:spPr>
                <a:xfrm>
                  <a:off x="10562065" y="276558"/>
                  <a:ext cx="208619" cy="152968"/>
                </a:xfrm>
                <a:custGeom>
                  <a:avLst/>
                  <a:gdLst/>
                  <a:ahLst/>
                  <a:cxnLst/>
                  <a:rect l="l" t="t" r="r" b="b"/>
                  <a:pathLst>
                    <a:path w="208619" h="152968" extrusionOk="0">
                      <a:moveTo>
                        <a:pt x="14428" y="137672"/>
                      </a:moveTo>
                      <a:cubicBezTo>
                        <a:pt x="65213" y="63496"/>
                        <a:pt x="121769" y="13277"/>
                        <a:pt x="158704" y="13277"/>
                      </a:cubicBezTo>
                      <a:cubicBezTo>
                        <a:pt x="164187" y="13277"/>
                        <a:pt x="169092" y="14431"/>
                        <a:pt x="173420" y="16740"/>
                      </a:cubicBezTo>
                      <a:cubicBezTo>
                        <a:pt x="197370" y="29439"/>
                        <a:pt x="202564" y="80525"/>
                        <a:pt x="184385" y="151525"/>
                      </a:cubicBezTo>
                      <a:cubicBezTo>
                        <a:pt x="189002" y="151814"/>
                        <a:pt x="193331" y="152391"/>
                        <a:pt x="197659" y="152969"/>
                      </a:cubicBezTo>
                      <a:cubicBezTo>
                        <a:pt x="216415" y="78793"/>
                        <a:pt x="211509" y="21646"/>
                        <a:pt x="179769" y="4907"/>
                      </a:cubicBezTo>
                      <a:cubicBezTo>
                        <a:pt x="173420" y="1732"/>
                        <a:pt x="166495" y="0"/>
                        <a:pt x="158993" y="0"/>
                      </a:cubicBezTo>
                      <a:cubicBezTo>
                        <a:pt x="115710" y="0"/>
                        <a:pt x="54825" y="53106"/>
                        <a:pt x="0" y="135363"/>
                      </a:cubicBezTo>
                      <a:cubicBezTo>
                        <a:pt x="4617" y="135940"/>
                        <a:pt x="9522" y="136806"/>
                        <a:pt x="14428" y="137672"/>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grpSp>
        <p:grpSp>
          <p:nvGrpSpPr>
            <p:cNvPr id="215" name="Google Shape;215;p50"/>
            <p:cNvGrpSpPr/>
            <p:nvPr/>
          </p:nvGrpSpPr>
          <p:grpSpPr>
            <a:xfrm>
              <a:off x="10697974" y="665040"/>
              <a:ext cx="904612" cy="211558"/>
              <a:chOff x="10697974" y="665040"/>
              <a:chExt cx="904612" cy="211558"/>
            </a:xfrm>
          </p:grpSpPr>
          <p:sp>
            <p:nvSpPr>
              <p:cNvPr id="216" name="Google Shape;216;p50"/>
              <p:cNvSpPr/>
              <p:nvPr/>
            </p:nvSpPr>
            <p:spPr>
              <a:xfrm>
                <a:off x="10697974" y="665040"/>
                <a:ext cx="207469" cy="211558"/>
              </a:xfrm>
              <a:custGeom>
                <a:avLst/>
                <a:gdLst/>
                <a:ahLst/>
                <a:cxnLst/>
                <a:rect l="l" t="t" r="r" b="b"/>
                <a:pathLst>
                  <a:path w="207469" h="211558" extrusionOk="0">
                    <a:moveTo>
                      <a:pt x="174863" y="211558"/>
                    </a:moveTo>
                    <a:lnTo>
                      <a:pt x="174863" y="61187"/>
                    </a:lnTo>
                    <a:lnTo>
                      <a:pt x="103879" y="150660"/>
                    </a:lnTo>
                    <a:lnTo>
                      <a:pt x="32606" y="61187"/>
                    </a:lnTo>
                    <a:lnTo>
                      <a:pt x="32606" y="211558"/>
                    </a:lnTo>
                    <a:lnTo>
                      <a:pt x="0" y="211558"/>
                    </a:lnTo>
                    <a:lnTo>
                      <a:pt x="0" y="0"/>
                    </a:lnTo>
                    <a:lnTo>
                      <a:pt x="19045" y="0"/>
                    </a:lnTo>
                    <a:lnTo>
                      <a:pt x="103879" y="107367"/>
                    </a:lnTo>
                    <a:lnTo>
                      <a:pt x="188714" y="0"/>
                    </a:lnTo>
                    <a:lnTo>
                      <a:pt x="207470" y="0"/>
                    </a:lnTo>
                    <a:lnTo>
                      <a:pt x="207470" y="211558"/>
                    </a:lnTo>
                    <a:lnTo>
                      <a:pt x="174863" y="211558"/>
                    </a:ln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217" name="Google Shape;217;p50"/>
              <p:cNvSpPr/>
              <p:nvPr/>
            </p:nvSpPr>
            <p:spPr>
              <a:xfrm>
                <a:off x="10932279" y="665040"/>
                <a:ext cx="163321" cy="211558"/>
              </a:xfrm>
              <a:custGeom>
                <a:avLst/>
                <a:gdLst/>
                <a:ahLst/>
                <a:cxnLst/>
                <a:rect l="l" t="t" r="r" b="b"/>
                <a:pathLst>
                  <a:path w="163321" h="211558" extrusionOk="0">
                    <a:moveTo>
                      <a:pt x="130715" y="211558"/>
                    </a:moveTo>
                    <a:lnTo>
                      <a:pt x="130715" y="62342"/>
                    </a:lnTo>
                    <a:lnTo>
                      <a:pt x="19045" y="211558"/>
                    </a:lnTo>
                    <a:lnTo>
                      <a:pt x="0" y="211558"/>
                    </a:lnTo>
                    <a:lnTo>
                      <a:pt x="0" y="0"/>
                    </a:lnTo>
                    <a:lnTo>
                      <a:pt x="32607" y="0"/>
                    </a:lnTo>
                    <a:lnTo>
                      <a:pt x="32607" y="149216"/>
                    </a:lnTo>
                    <a:lnTo>
                      <a:pt x="144277" y="0"/>
                    </a:lnTo>
                    <a:lnTo>
                      <a:pt x="163321" y="0"/>
                    </a:lnTo>
                    <a:lnTo>
                      <a:pt x="163321" y="211558"/>
                    </a:lnTo>
                    <a:lnTo>
                      <a:pt x="130715" y="211558"/>
                    </a:ln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218" name="Google Shape;218;p50"/>
              <p:cNvSpPr/>
              <p:nvPr/>
            </p:nvSpPr>
            <p:spPr>
              <a:xfrm>
                <a:off x="11439266" y="665040"/>
                <a:ext cx="163320" cy="211558"/>
              </a:xfrm>
              <a:custGeom>
                <a:avLst/>
                <a:gdLst/>
                <a:ahLst/>
                <a:cxnLst/>
                <a:rect l="l" t="t" r="r" b="b"/>
                <a:pathLst>
                  <a:path w="163320" h="211558" extrusionOk="0">
                    <a:moveTo>
                      <a:pt x="130715" y="211558"/>
                    </a:moveTo>
                    <a:lnTo>
                      <a:pt x="130715" y="62342"/>
                    </a:lnTo>
                    <a:lnTo>
                      <a:pt x="19044" y="211558"/>
                    </a:lnTo>
                    <a:lnTo>
                      <a:pt x="0" y="211558"/>
                    </a:lnTo>
                    <a:lnTo>
                      <a:pt x="0" y="0"/>
                    </a:lnTo>
                    <a:lnTo>
                      <a:pt x="32606" y="0"/>
                    </a:lnTo>
                    <a:lnTo>
                      <a:pt x="32606" y="149216"/>
                    </a:lnTo>
                    <a:lnTo>
                      <a:pt x="144277" y="0"/>
                    </a:lnTo>
                    <a:lnTo>
                      <a:pt x="163321" y="0"/>
                    </a:lnTo>
                    <a:lnTo>
                      <a:pt x="163321" y="211558"/>
                    </a:lnTo>
                    <a:lnTo>
                      <a:pt x="130715" y="211558"/>
                    </a:ln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grpSp>
          <p:nvGrpSpPr>
            <p:cNvPr id="219" name="Google Shape;219;p50"/>
            <p:cNvGrpSpPr/>
            <p:nvPr/>
          </p:nvGrpSpPr>
          <p:grpSpPr>
            <a:xfrm>
              <a:off x="11254015" y="502836"/>
              <a:ext cx="378869" cy="92070"/>
              <a:chOff x="11254015" y="502836"/>
              <a:chExt cx="378869" cy="92070"/>
            </a:xfrm>
          </p:grpSpPr>
          <p:sp>
            <p:nvSpPr>
              <p:cNvPr id="220" name="Google Shape;220;p50"/>
              <p:cNvSpPr/>
              <p:nvPr/>
            </p:nvSpPr>
            <p:spPr>
              <a:xfrm>
                <a:off x="11254015" y="502836"/>
                <a:ext cx="76466" cy="92069"/>
              </a:xfrm>
              <a:custGeom>
                <a:avLst/>
                <a:gdLst/>
                <a:ahLst/>
                <a:cxnLst/>
                <a:rect l="l" t="t" r="r" b="b"/>
                <a:pathLst>
                  <a:path w="76466" h="92069" extrusionOk="0">
                    <a:moveTo>
                      <a:pt x="57133" y="92070"/>
                    </a:moveTo>
                    <a:lnTo>
                      <a:pt x="57133" y="54549"/>
                    </a:lnTo>
                    <a:lnTo>
                      <a:pt x="19333" y="54549"/>
                    </a:lnTo>
                    <a:lnTo>
                      <a:pt x="19333" y="92070"/>
                    </a:lnTo>
                    <a:lnTo>
                      <a:pt x="0" y="92070"/>
                    </a:lnTo>
                    <a:lnTo>
                      <a:pt x="0" y="0"/>
                    </a:lnTo>
                    <a:lnTo>
                      <a:pt x="19333" y="0"/>
                    </a:lnTo>
                    <a:lnTo>
                      <a:pt x="19333" y="37232"/>
                    </a:lnTo>
                    <a:lnTo>
                      <a:pt x="57133" y="37232"/>
                    </a:lnTo>
                    <a:lnTo>
                      <a:pt x="57133" y="0"/>
                    </a:lnTo>
                    <a:lnTo>
                      <a:pt x="76467" y="0"/>
                    </a:lnTo>
                    <a:lnTo>
                      <a:pt x="76467" y="92070"/>
                    </a:lnTo>
                    <a:lnTo>
                      <a:pt x="57133" y="92070"/>
                    </a:ln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221" name="Google Shape;221;p50"/>
              <p:cNvSpPr/>
              <p:nvPr/>
            </p:nvSpPr>
            <p:spPr>
              <a:xfrm>
                <a:off x="11352412" y="502836"/>
                <a:ext cx="77332" cy="92069"/>
              </a:xfrm>
              <a:custGeom>
                <a:avLst/>
                <a:gdLst/>
                <a:ahLst/>
                <a:cxnLst/>
                <a:rect l="l" t="t" r="r" b="b"/>
                <a:pathLst>
                  <a:path w="77332" h="92069" extrusionOk="0">
                    <a:moveTo>
                      <a:pt x="57711" y="92070"/>
                    </a:moveTo>
                    <a:lnTo>
                      <a:pt x="57711" y="34346"/>
                    </a:lnTo>
                    <a:lnTo>
                      <a:pt x="11253" y="92070"/>
                    </a:lnTo>
                    <a:lnTo>
                      <a:pt x="0" y="92070"/>
                    </a:lnTo>
                    <a:lnTo>
                      <a:pt x="0" y="0"/>
                    </a:lnTo>
                    <a:lnTo>
                      <a:pt x="19333" y="0"/>
                    </a:lnTo>
                    <a:lnTo>
                      <a:pt x="19333" y="58013"/>
                    </a:lnTo>
                    <a:lnTo>
                      <a:pt x="65790" y="0"/>
                    </a:lnTo>
                    <a:lnTo>
                      <a:pt x="77332" y="0"/>
                    </a:lnTo>
                    <a:lnTo>
                      <a:pt x="77332" y="92070"/>
                    </a:lnTo>
                    <a:lnTo>
                      <a:pt x="57711" y="92070"/>
                    </a:ln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222" name="Google Shape;222;p50"/>
              <p:cNvSpPr/>
              <p:nvPr/>
            </p:nvSpPr>
            <p:spPr>
              <a:xfrm>
                <a:off x="11445326" y="503125"/>
                <a:ext cx="77620" cy="91781"/>
              </a:xfrm>
              <a:custGeom>
                <a:avLst/>
                <a:gdLst/>
                <a:ahLst/>
                <a:cxnLst/>
                <a:rect l="l" t="t" r="r" b="b"/>
                <a:pathLst>
                  <a:path w="77620" h="91781" extrusionOk="0">
                    <a:moveTo>
                      <a:pt x="58576" y="91781"/>
                    </a:moveTo>
                    <a:lnTo>
                      <a:pt x="58576" y="69269"/>
                    </a:lnTo>
                    <a:lnTo>
                      <a:pt x="47611" y="69269"/>
                    </a:lnTo>
                    <a:cubicBezTo>
                      <a:pt x="38089" y="69557"/>
                      <a:pt x="35492" y="71578"/>
                      <a:pt x="27990" y="82545"/>
                    </a:cubicBezTo>
                    <a:lnTo>
                      <a:pt x="21641" y="91781"/>
                    </a:lnTo>
                    <a:lnTo>
                      <a:pt x="0" y="91781"/>
                    </a:lnTo>
                    <a:lnTo>
                      <a:pt x="8368" y="79659"/>
                    </a:lnTo>
                    <a:cubicBezTo>
                      <a:pt x="14428" y="70712"/>
                      <a:pt x="18756" y="66094"/>
                      <a:pt x="23084" y="63496"/>
                    </a:cubicBezTo>
                    <a:cubicBezTo>
                      <a:pt x="9811" y="58590"/>
                      <a:pt x="2020" y="48199"/>
                      <a:pt x="2020" y="34634"/>
                    </a:cubicBezTo>
                    <a:cubicBezTo>
                      <a:pt x="2020" y="15297"/>
                      <a:pt x="17025" y="0"/>
                      <a:pt x="44437" y="0"/>
                    </a:cubicBezTo>
                    <a:lnTo>
                      <a:pt x="77621" y="0"/>
                    </a:lnTo>
                    <a:lnTo>
                      <a:pt x="77621" y="91781"/>
                    </a:lnTo>
                    <a:lnTo>
                      <a:pt x="58576" y="91781"/>
                    </a:lnTo>
                    <a:close/>
                    <a:moveTo>
                      <a:pt x="42706" y="17029"/>
                    </a:moveTo>
                    <a:cubicBezTo>
                      <a:pt x="30010" y="17029"/>
                      <a:pt x="20199" y="22801"/>
                      <a:pt x="20199" y="34634"/>
                    </a:cubicBezTo>
                    <a:cubicBezTo>
                      <a:pt x="20199" y="47045"/>
                      <a:pt x="30010" y="52240"/>
                      <a:pt x="42706" y="52240"/>
                    </a:cubicBezTo>
                    <a:lnTo>
                      <a:pt x="58576" y="52240"/>
                    </a:lnTo>
                    <a:lnTo>
                      <a:pt x="58576" y="17029"/>
                    </a:lnTo>
                    <a:lnTo>
                      <a:pt x="42706" y="17029"/>
                    </a:ln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223" name="Google Shape;223;p50"/>
              <p:cNvSpPr/>
              <p:nvPr/>
            </p:nvSpPr>
            <p:spPr>
              <a:xfrm>
                <a:off x="11539971" y="502836"/>
                <a:ext cx="92913" cy="92069"/>
              </a:xfrm>
              <a:custGeom>
                <a:avLst/>
                <a:gdLst/>
                <a:ahLst/>
                <a:cxnLst/>
                <a:rect l="l" t="t" r="r" b="b"/>
                <a:pathLst>
                  <a:path w="92913" h="92069" extrusionOk="0">
                    <a:moveTo>
                      <a:pt x="15293" y="92070"/>
                    </a:moveTo>
                    <a:lnTo>
                      <a:pt x="35492" y="58878"/>
                    </a:lnTo>
                    <a:lnTo>
                      <a:pt x="0" y="0"/>
                    </a:lnTo>
                    <a:lnTo>
                      <a:pt x="21930" y="0"/>
                    </a:lnTo>
                    <a:lnTo>
                      <a:pt x="46457" y="40118"/>
                    </a:lnTo>
                    <a:lnTo>
                      <a:pt x="70984" y="0"/>
                    </a:lnTo>
                    <a:lnTo>
                      <a:pt x="92914" y="0"/>
                    </a:lnTo>
                    <a:lnTo>
                      <a:pt x="37223" y="92070"/>
                    </a:lnTo>
                    <a:lnTo>
                      <a:pt x="15293" y="92070"/>
                    </a:ln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sp>
          <p:nvSpPr>
            <p:cNvPr id="224" name="Google Shape;224;p50"/>
            <p:cNvSpPr/>
            <p:nvPr/>
          </p:nvSpPr>
          <p:spPr>
            <a:xfrm>
              <a:off x="11108585" y="665040"/>
              <a:ext cx="318274" cy="210981"/>
            </a:xfrm>
            <a:custGeom>
              <a:avLst/>
              <a:gdLst/>
              <a:ahLst/>
              <a:cxnLst/>
              <a:rect l="l" t="t" r="r" b="b"/>
              <a:pathLst>
                <a:path w="318274" h="210981" extrusionOk="0">
                  <a:moveTo>
                    <a:pt x="233439" y="7504"/>
                  </a:moveTo>
                  <a:cubicBezTo>
                    <a:pt x="208335" y="7504"/>
                    <a:pt x="186694" y="20492"/>
                    <a:pt x="175152" y="38964"/>
                  </a:cubicBezTo>
                  <a:lnTo>
                    <a:pt x="175152" y="0"/>
                  </a:lnTo>
                  <a:lnTo>
                    <a:pt x="142545" y="0"/>
                  </a:lnTo>
                  <a:lnTo>
                    <a:pt x="142545" y="94956"/>
                  </a:lnTo>
                  <a:cubicBezTo>
                    <a:pt x="142545" y="127570"/>
                    <a:pt x="118307" y="151237"/>
                    <a:pt x="87720" y="151237"/>
                  </a:cubicBezTo>
                  <a:cubicBezTo>
                    <a:pt x="56845" y="151237"/>
                    <a:pt x="32895" y="127570"/>
                    <a:pt x="32895" y="94956"/>
                  </a:cubicBezTo>
                  <a:cubicBezTo>
                    <a:pt x="32895" y="62342"/>
                    <a:pt x="57134" y="38386"/>
                    <a:pt x="87720" y="38386"/>
                  </a:cubicBezTo>
                  <a:cubicBezTo>
                    <a:pt x="103879" y="38386"/>
                    <a:pt x="118307" y="45025"/>
                    <a:pt x="128406" y="56281"/>
                  </a:cubicBezTo>
                  <a:lnTo>
                    <a:pt x="128406" y="23090"/>
                  </a:lnTo>
                  <a:cubicBezTo>
                    <a:pt x="116575" y="13565"/>
                    <a:pt x="101282" y="7504"/>
                    <a:pt x="84546" y="7504"/>
                  </a:cubicBezTo>
                  <a:cubicBezTo>
                    <a:pt x="34049" y="7504"/>
                    <a:pt x="0" y="46179"/>
                    <a:pt x="0" y="94667"/>
                  </a:cubicBezTo>
                  <a:cubicBezTo>
                    <a:pt x="0" y="143155"/>
                    <a:pt x="34049" y="181542"/>
                    <a:pt x="84546" y="181542"/>
                  </a:cubicBezTo>
                  <a:cubicBezTo>
                    <a:pt x="109650" y="181542"/>
                    <a:pt x="131292" y="168843"/>
                    <a:pt x="142834" y="150371"/>
                  </a:cubicBezTo>
                  <a:lnTo>
                    <a:pt x="142834" y="210981"/>
                  </a:lnTo>
                  <a:lnTo>
                    <a:pt x="176017" y="210981"/>
                  </a:lnTo>
                  <a:lnTo>
                    <a:pt x="176017" y="90049"/>
                  </a:lnTo>
                  <a:lnTo>
                    <a:pt x="176017" y="90049"/>
                  </a:lnTo>
                  <a:cubicBezTo>
                    <a:pt x="178037" y="59744"/>
                    <a:pt x="201410" y="37809"/>
                    <a:pt x="230843" y="37809"/>
                  </a:cubicBezTo>
                  <a:cubicBezTo>
                    <a:pt x="261718" y="37809"/>
                    <a:pt x="285668" y="61765"/>
                    <a:pt x="285668" y="94379"/>
                  </a:cubicBezTo>
                  <a:cubicBezTo>
                    <a:pt x="285668" y="126993"/>
                    <a:pt x="261429" y="150660"/>
                    <a:pt x="230843" y="150660"/>
                  </a:cubicBezTo>
                  <a:cubicBezTo>
                    <a:pt x="214683" y="150660"/>
                    <a:pt x="200544" y="144021"/>
                    <a:pt x="190734" y="133342"/>
                  </a:cubicBezTo>
                  <a:lnTo>
                    <a:pt x="190734" y="166822"/>
                  </a:lnTo>
                  <a:cubicBezTo>
                    <a:pt x="202276" y="175770"/>
                    <a:pt x="217281" y="181542"/>
                    <a:pt x="234017" y="181542"/>
                  </a:cubicBezTo>
                  <a:cubicBezTo>
                    <a:pt x="284225" y="181542"/>
                    <a:pt x="318274" y="143155"/>
                    <a:pt x="318274" y="94667"/>
                  </a:cubicBezTo>
                  <a:cubicBezTo>
                    <a:pt x="317697" y="46179"/>
                    <a:pt x="283359" y="7504"/>
                    <a:pt x="233439" y="7504"/>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Содержание">
  <p:cSld name="Содержание">
    <p:spTree>
      <p:nvGrpSpPr>
        <p:cNvPr id="1" name="Shape 225"/>
        <p:cNvGrpSpPr/>
        <p:nvPr/>
      </p:nvGrpSpPr>
      <p:grpSpPr>
        <a:xfrm>
          <a:off x="0" y="0"/>
          <a:ext cx="0" cy="0"/>
          <a:chOff x="0" y="0"/>
          <a:chExt cx="0" cy="0"/>
        </a:xfrm>
      </p:grpSpPr>
      <p:sp>
        <p:nvSpPr>
          <p:cNvPr id="226" name="Google Shape;226;p51"/>
          <p:cNvSpPr txBox="1">
            <a:spLocks noGrp="1"/>
          </p:cNvSpPr>
          <p:nvPr>
            <p:ph type="title"/>
          </p:nvPr>
        </p:nvSpPr>
        <p:spPr>
          <a:xfrm>
            <a:off x="559572" y="359101"/>
            <a:ext cx="9199890" cy="523220"/>
          </a:xfrm>
          <a:prstGeom prst="rect">
            <a:avLst/>
          </a:prstGeom>
          <a:noFill/>
          <a:ln>
            <a:noFill/>
          </a:ln>
        </p:spPr>
        <p:txBody>
          <a:bodyPr spcFirstLastPara="1" wrap="square" lIns="91425" tIns="45700" rIns="91425" bIns="45700" anchor="t" anchorCtr="0">
            <a:spAutoFit/>
          </a:bodyPr>
          <a:lstStyle>
            <a:lvl1pPr marR="0" lvl="0" algn="l" rtl="0">
              <a:lnSpc>
                <a:spcPct val="100000"/>
              </a:lnSpc>
              <a:spcBef>
                <a:spcPts val="0"/>
              </a:spcBef>
              <a:spcAft>
                <a:spcPts val="0"/>
              </a:spcAft>
              <a:buClr>
                <a:schemeClr val="lt2"/>
              </a:buClr>
              <a:buSzPts val="2800"/>
              <a:buFont typeface="Montserrat"/>
              <a:buNone/>
              <a:defRPr sz="2800" b="1" i="0" u="none" strike="noStrike" cap="none">
                <a:solidFill>
                  <a:schemeClr val="lt2"/>
                </a:solidFill>
                <a:latin typeface="Montserrat"/>
                <a:ea typeface="Montserrat"/>
                <a:cs typeface="Montserrat"/>
                <a:sym typeface="Montserra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27" name="Google Shape;227;p51"/>
          <p:cNvSpPr/>
          <p:nvPr/>
        </p:nvSpPr>
        <p:spPr>
          <a:xfrm>
            <a:off x="11641138" y="6453188"/>
            <a:ext cx="41549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fld id="{00000000-1234-1234-1234-123412341234}" type="slidenum">
              <a:rPr lang="ru-RU" sz="1400">
                <a:solidFill>
                  <a:srgbClr val="8F9092"/>
                </a:solidFill>
                <a:latin typeface="Montserrat"/>
                <a:ea typeface="Montserrat"/>
                <a:cs typeface="Montserrat"/>
                <a:sym typeface="Montserrat"/>
              </a:rPr>
              <a:t>‹#›</a:t>
            </a:fld>
            <a:endParaRPr sz="1400">
              <a:solidFill>
                <a:srgbClr val="8F9092"/>
              </a:solidFill>
              <a:latin typeface="Montserrat"/>
              <a:ea typeface="Montserrat"/>
              <a:cs typeface="Montserrat"/>
              <a:sym typeface="Montserrat"/>
            </a:endParaRPr>
          </a:p>
        </p:txBody>
      </p:sp>
      <p:sp>
        <p:nvSpPr>
          <p:cNvPr id="228" name="Google Shape;228;p51"/>
          <p:cNvSpPr txBox="1">
            <a:spLocks noGrp="1"/>
          </p:cNvSpPr>
          <p:nvPr>
            <p:ph type="body" idx="1"/>
          </p:nvPr>
        </p:nvSpPr>
        <p:spPr>
          <a:xfrm>
            <a:off x="4531227" y="1477455"/>
            <a:ext cx="2549388" cy="338554"/>
          </a:xfrm>
          <a:prstGeom prst="rect">
            <a:avLst/>
          </a:prstGeom>
          <a:noFill/>
          <a:ln>
            <a:noFill/>
          </a:ln>
        </p:spPr>
        <p:txBody>
          <a:bodyPr spcFirstLastPara="1" wrap="square" lIns="91425" tIns="45700" rIns="91425" bIns="45700" anchor="t" anchorCtr="0">
            <a:spAutoFit/>
          </a:bodyPr>
          <a:lstStyle>
            <a:lvl1pPr marL="457200" marR="0" lvl="0" indent="-228600" algn="l" rtl="0">
              <a:lnSpc>
                <a:spcPct val="100000"/>
              </a:lnSpc>
              <a:spcBef>
                <a:spcPts val="0"/>
              </a:spcBef>
              <a:spcAft>
                <a:spcPts val="0"/>
              </a:spcAft>
              <a:buClr>
                <a:schemeClr val="accent4"/>
              </a:buClr>
              <a:buSzPts val="1600"/>
              <a:buFont typeface="Arial"/>
              <a:buNone/>
              <a:defRPr sz="1600" b="1" i="0" u="none" strike="noStrike" cap="none">
                <a:solidFill>
                  <a:schemeClr val="accent4"/>
                </a:solidFill>
                <a:latin typeface="Montserrat"/>
                <a:ea typeface="Montserrat"/>
                <a:cs typeface="Montserrat"/>
                <a:sym typeface="Montserrat"/>
              </a:defRPr>
            </a:lvl1pPr>
            <a:lvl2pPr marL="914400" marR="0" lvl="1" indent="-317500" algn="l" rtl="0">
              <a:lnSpc>
                <a:spcPct val="100000"/>
              </a:lnSpc>
              <a:spcBef>
                <a:spcPts val="600"/>
              </a:spcBef>
              <a:spcAft>
                <a:spcPts val="0"/>
              </a:spcAft>
              <a:buClr>
                <a:srgbClr val="222A3F"/>
              </a:buClr>
              <a:buSzPts val="1400"/>
              <a:buFont typeface="Arial"/>
              <a:buChar char="•"/>
              <a:defRPr sz="1400" b="0" i="0" u="none" strike="noStrike" cap="none">
                <a:solidFill>
                  <a:srgbClr val="222A3F"/>
                </a:solidFill>
                <a:latin typeface="Montserrat"/>
                <a:ea typeface="Montserrat"/>
                <a:cs typeface="Montserrat"/>
                <a:sym typeface="Montserrat"/>
              </a:defRPr>
            </a:lvl2pPr>
            <a:lvl3pPr marL="1371600" marR="0" lvl="2" indent="-355600" algn="l" rtl="0">
              <a:lnSpc>
                <a:spcPct val="90000"/>
              </a:lnSpc>
              <a:spcBef>
                <a:spcPts val="600"/>
              </a:spcBef>
              <a:spcAft>
                <a:spcPts val="0"/>
              </a:spcAft>
              <a:buClr>
                <a:schemeClr val="dk1"/>
              </a:buClr>
              <a:buSzPts val="2000"/>
              <a:buFont typeface="Arial"/>
              <a:buChar char="•"/>
              <a:defRPr sz="2000" b="0" i="0" u="none" strike="noStrike" cap="none">
                <a:solidFill>
                  <a:schemeClr val="dk1"/>
                </a:solidFill>
                <a:latin typeface="Montserrat"/>
                <a:ea typeface="Montserrat"/>
                <a:cs typeface="Montserrat"/>
                <a:sym typeface="Montserra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9pPr>
          </a:lstStyle>
          <a:p>
            <a:endParaRPr/>
          </a:p>
        </p:txBody>
      </p:sp>
      <p:sp>
        <p:nvSpPr>
          <p:cNvPr id="229" name="Google Shape;229;p51"/>
          <p:cNvSpPr txBox="1">
            <a:spLocks noGrp="1"/>
          </p:cNvSpPr>
          <p:nvPr>
            <p:ph type="body" idx="2"/>
          </p:nvPr>
        </p:nvSpPr>
        <p:spPr>
          <a:xfrm>
            <a:off x="4531226" y="1845935"/>
            <a:ext cx="3893159" cy="307777"/>
          </a:xfrm>
          <a:prstGeom prst="rect">
            <a:avLst/>
          </a:prstGeom>
          <a:noFill/>
          <a:ln>
            <a:noFill/>
          </a:ln>
        </p:spPr>
        <p:txBody>
          <a:bodyPr spcFirstLastPara="1" wrap="square" lIns="91425" tIns="45700" rIns="91425" bIns="45700" anchor="t" anchorCtr="0">
            <a:spAutoFit/>
          </a:bodyPr>
          <a:lstStyle>
            <a:lvl1pPr marL="457200" marR="0" lvl="0" indent="-228600" algn="l" rtl="0">
              <a:lnSpc>
                <a:spcPct val="100000"/>
              </a:lnSpc>
              <a:spcBef>
                <a:spcPts val="0"/>
              </a:spcBef>
              <a:spcAft>
                <a:spcPts val="0"/>
              </a:spcAft>
              <a:buClr>
                <a:schemeClr val="accent4"/>
              </a:buClr>
              <a:buSzPts val="1400"/>
              <a:buFont typeface="Arial"/>
              <a:buNone/>
              <a:defRPr sz="1400" b="0" i="0" u="none" strike="noStrike" cap="none">
                <a:solidFill>
                  <a:schemeClr val="accent4"/>
                </a:solidFill>
                <a:latin typeface="Montserrat"/>
                <a:ea typeface="Montserrat"/>
                <a:cs typeface="Montserrat"/>
                <a:sym typeface="Montserrat"/>
              </a:defRPr>
            </a:lvl1pPr>
            <a:lvl2pPr marL="914400" marR="0" lvl="1" indent="-381000" algn="l" rtl="0">
              <a:lnSpc>
                <a:spcPct val="90000"/>
              </a:lnSpc>
              <a:spcBef>
                <a:spcPts val="600"/>
              </a:spcBef>
              <a:spcAft>
                <a:spcPts val="0"/>
              </a:spcAft>
              <a:buClr>
                <a:schemeClr val="dk1"/>
              </a:buClr>
              <a:buSzPts val="2400"/>
              <a:buFont typeface="Arial"/>
              <a:buChar char="•"/>
              <a:defRPr sz="2400" b="0" i="0" u="none" strike="noStrike" cap="none">
                <a:solidFill>
                  <a:schemeClr val="dk1"/>
                </a:solidFill>
                <a:latin typeface="Montserrat"/>
                <a:ea typeface="Montserrat"/>
                <a:cs typeface="Montserrat"/>
                <a:sym typeface="Montserrat"/>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Montserrat"/>
                <a:ea typeface="Montserrat"/>
                <a:cs typeface="Montserrat"/>
                <a:sym typeface="Montserra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9pPr>
          </a:lstStyle>
          <a:p>
            <a:endParaRPr/>
          </a:p>
        </p:txBody>
      </p:sp>
      <p:sp>
        <p:nvSpPr>
          <p:cNvPr id="230" name="Google Shape;230;p51"/>
          <p:cNvSpPr>
            <a:spLocks noGrp="1"/>
          </p:cNvSpPr>
          <p:nvPr>
            <p:ph type="pic" idx="3"/>
          </p:nvPr>
        </p:nvSpPr>
        <p:spPr>
          <a:xfrm>
            <a:off x="621710" y="1425441"/>
            <a:ext cx="2914143" cy="4922091"/>
          </a:xfrm>
          <a:prstGeom prst="roundRect">
            <a:avLst>
              <a:gd name="adj" fmla="val 5977"/>
            </a:avLst>
          </a:prstGeom>
          <a:noFill/>
          <a:ln>
            <a:noFill/>
          </a:ln>
        </p:spPr>
      </p:sp>
      <p:sp>
        <p:nvSpPr>
          <p:cNvPr id="231" name="Google Shape;231;p51"/>
          <p:cNvSpPr txBox="1">
            <a:spLocks noGrp="1"/>
          </p:cNvSpPr>
          <p:nvPr>
            <p:ph type="body" idx="4"/>
          </p:nvPr>
        </p:nvSpPr>
        <p:spPr>
          <a:xfrm>
            <a:off x="3857099" y="1539565"/>
            <a:ext cx="674127" cy="523220"/>
          </a:xfrm>
          <a:prstGeom prst="rect">
            <a:avLst/>
          </a:prstGeom>
          <a:noFill/>
          <a:ln>
            <a:noFill/>
          </a:ln>
        </p:spPr>
        <p:txBody>
          <a:bodyPr spcFirstLastPara="1" wrap="square" lIns="91425" tIns="45700" rIns="91425" bIns="45700" anchor="t" anchorCtr="0">
            <a:spAutoFit/>
          </a:bodyPr>
          <a:lstStyle>
            <a:lvl1pPr marL="457200" marR="0" lvl="0" indent="-228600" algn="ctr" rtl="0">
              <a:lnSpc>
                <a:spcPct val="100000"/>
              </a:lnSpc>
              <a:spcBef>
                <a:spcPts val="0"/>
              </a:spcBef>
              <a:spcAft>
                <a:spcPts val="0"/>
              </a:spcAft>
              <a:buClr>
                <a:schemeClr val="accent2"/>
              </a:buClr>
              <a:buSzPts val="2800"/>
              <a:buFont typeface="Arial"/>
              <a:buNone/>
              <a:defRPr sz="2800" b="1" i="0" u="none" strike="noStrike" cap="none">
                <a:solidFill>
                  <a:schemeClr val="accent2"/>
                </a:solidFill>
                <a:latin typeface="Montserrat"/>
                <a:ea typeface="Montserrat"/>
                <a:cs typeface="Montserrat"/>
                <a:sym typeface="Montserrat"/>
              </a:defRPr>
            </a:lvl1pPr>
            <a:lvl2pPr marL="914400" marR="0" lvl="1" indent="-317500" algn="l" rtl="0">
              <a:lnSpc>
                <a:spcPct val="100000"/>
              </a:lnSpc>
              <a:spcBef>
                <a:spcPts val="600"/>
              </a:spcBef>
              <a:spcAft>
                <a:spcPts val="0"/>
              </a:spcAft>
              <a:buClr>
                <a:srgbClr val="222A3F"/>
              </a:buClr>
              <a:buSzPts val="1400"/>
              <a:buFont typeface="Arial"/>
              <a:buChar char="•"/>
              <a:defRPr sz="1400" b="0" i="0" u="none" strike="noStrike" cap="none">
                <a:solidFill>
                  <a:srgbClr val="222A3F"/>
                </a:solidFill>
                <a:latin typeface="Montserrat"/>
                <a:ea typeface="Montserrat"/>
                <a:cs typeface="Montserrat"/>
                <a:sym typeface="Montserrat"/>
              </a:defRPr>
            </a:lvl2pPr>
            <a:lvl3pPr marL="1371600" marR="0" lvl="2" indent="-355600" algn="l" rtl="0">
              <a:lnSpc>
                <a:spcPct val="90000"/>
              </a:lnSpc>
              <a:spcBef>
                <a:spcPts val="600"/>
              </a:spcBef>
              <a:spcAft>
                <a:spcPts val="0"/>
              </a:spcAft>
              <a:buClr>
                <a:schemeClr val="dk1"/>
              </a:buClr>
              <a:buSzPts val="2000"/>
              <a:buFont typeface="Arial"/>
              <a:buChar char="•"/>
              <a:defRPr sz="2000" b="0" i="0" u="none" strike="noStrike" cap="none">
                <a:solidFill>
                  <a:schemeClr val="dk1"/>
                </a:solidFill>
                <a:latin typeface="Montserrat"/>
                <a:ea typeface="Montserrat"/>
                <a:cs typeface="Montserrat"/>
                <a:sym typeface="Montserra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9pPr>
          </a:lstStyle>
          <a:p>
            <a:endParaRPr/>
          </a:p>
        </p:txBody>
      </p:sp>
      <p:grpSp>
        <p:nvGrpSpPr>
          <p:cNvPr id="232" name="Google Shape;232;p51"/>
          <p:cNvGrpSpPr/>
          <p:nvPr/>
        </p:nvGrpSpPr>
        <p:grpSpPr>
          <a:xfrm>
            <a:off x="10376966" y="276558"/>
            <a:ext cx="1255918" cy="600040"/>
            <a:chOff x="10376966" y="276558"/>
            <a:chExt cx="1255918" cy="600040"/>
          </a:xfrm>
        </p:grpSpPr>
        <p:grpSp>
          <p:nvGrpSpPr>
            <p:cNvPr id="233" name="Google Shape;233;p51"/>
            <p:cNvGrpSpPr/>
            <p:nvPr/>
          </p:nvGrpSpPr>
          <p:grpSpPr>
            <a:xfrm>
              <a:off x="10376966" y="276558"/>
              <a:ext cx="472032" cy="496714"/>
              <a:chOff x="10376966" y="276558"/>
              <a:chExt cx="472032" cy="496714"/>
            </a:xfrm>
          </p:grpSpPr>
          <p:grpSp>
            <p:nvGrpSpPr>
              <p:cNvPr id="234" name="Google Shape;234;p51"/>
              <p:cNvGrpSpPr/>
              <p:nvPr/>
            </p:nvGrpSpPr>
            <p:grpSpPr>
              <a:xfrm>
                <a:off x="10376966" y="413364"/>
                <a:ext cx="472032" cy="359908"/>
                <a:chOff x="10376966" y="413364"/>
                <a:chExt cx="472032" cy="359908"/>
              </a:xfrm>
            </p:grpSpPr>
            <p:grpSp>
              <p:nvGrpSpPr>
                <p:cNvPr id="235" name="Google Shape;235;p51"/>
                <p:cNvGrpSpPr/>
                <p:nvPr/>
              </p:nvGrpSpPr>
              <p:grpSpPr>
                <a:xfrm>
                  <a:off x="10376966" y="413364"/>
                  <a:ext cx="472032" cy="359908"/>
                  <a:chOff x="10376966" y="413364"/>
                  <a:chExt cx="472032" cy="359908"/>
                </a:xfrm>
              </p:grpSpPr>
              <p:grpSp>
                <p:nvGrpSpPr>
                  <p:cNvPr id="236" name="Google Shape;236;p51"/>
                  <p:cNvGrpSpPr/>
                  <p:nvPr/>
                </p:nvGrpSpPr>
                <p:grpSpPr>
                  <a:xfrm>
                    <a:off x="10452557" y="413364"/>
                    <a:ext cx="320303" cy="359908"/>
                    <a:chOff x="10452557" y="413364"/>
                    <a:chExt cx="320303" cy="359908"/>
                  </a:xfrm>
                </p:grpSpPr>
                <p:sp>
                  <p:nvSpPr>
                    <p:cNvPr id="237" name="Google Shape;237;p51"/>
                    <p:cNvSpPr/>
                    <p:nvPr/>
                  </p:nvSpPr>
                  <p:spPr>
                    <a:xfrm>
                      <a:off x="10677775" y="438474"/>
                      <a:ext cx="79063" cy="152679"/>
                    </a:xfrm>
                    <a:custGeom>
                      <a:avLst/>
                      <a:gdLst/>
                      <a:ahLst/>
                      <a:cxnLst/>
                      <a:rect l="l" t="t" r="r" b="b"/>
                      <a:pathLst>
                        <a:path w="79063" h="152679" extrusionOk="0">
                          <a:moveTo>
                            <a:pt x="25104" y="134208"/>
                          </a:moveTo>
                          <a:cubicBezTo>
                            <a:pt x="49054" y="88895"/>
                            <a:pt x="67810" y="41273"/>
                            <a:pt x="79064" y="1443"/>
                          </a:cubicBezTo>
                          <a:cubicBezTo>
                            <a:pt x="74735" y="866"/>
                            <a:pt x="70407" y="577"/>
                            <a:pt x="65790" y="0"/>
                          </a:cubicBezTo>
                          <a:cubicBezTo>
                            <a:pt x="54825" y="37521"/>
                            <a:pt x="37223" y="83123"/>
                            <a:pt x="13562" y="128147"/>
                          </a:cubicBezTo>
                          <a:cubicBezTo>
                            <a:pt x="9234" y="136517"/>
                            <a:pt x="4617" y="144599"/>
                            <a:pt x="0" y="152680"/>
                          </a:cubicBezTo>
                          <a:cubicBezTo>
                            <a:pt x="6348" y="150660"/>
                            <a:pt x="12696" y="148351"/>
                            <a:pt x="19045" y="146042"/>
                          </a:cubicBezTo>
                          <a:cubicBezTo>
                            <a:pt x="20776" y="142001"/>
                            <a:pt x="22796" y="137960"/>
                            <a:pt x="25104" y="134208"/>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238" name="Google Shape;238;p51"/>
                    <p:cNvSpPr/>
                    <p:nvPr/>
                  </p:nvSpPr>
                  <p:spPr>
                    <a:xfrm>
                      <a:off x="10466265" y="467913"/>
                      <a:ext cx="77043" cy="153257"/>
                    </a:xfrm>
                    <a:custGeom>
                      <a:avLst/>
                      <a:gdLst/>
                      <a:ahLst/>
                      <a:cxnLst/>
                      <a:rect l="l" t="t" r="r" b="b"/>
                      <a:pathLst>
                        <a:path w="77043" h="153257" extrusionOk="0">
                          <a:moveTo>
                            <a:pt x="68387" y="15874"/>
                          </a:moveTo>
                          <a:cubicBezTo>
                            <a:pt x="71273" y="10390"/>
                            <a:pt x="74158" y="5195"/>
                            <a:pt x="77044" y="0"/>
                          </a:cubicBezTo>
                          <a:cubicBezTo>
                            <a:pt x="70695" y="2020"/>
                            <a:pt x="64636" y="4041"/>
                            <a:pt x="58576" y="6061"/>
                          </a:cubicBezTo>
                          <a:cubicBezTo>
                            <a:pt x="57999" y="7215"/>
                            <a:pt x="57134" y="8370"/>
                            <a:pt x="56556" y="9813"/>
                          </a:cubicBezTo>
                          <a:cubicBezTo>
                            <a:pt x="30010" y="60033"/>
                            <a:pt x="10965" y="109098"/>
                            <a:pt x="0" y="152391"/>
                          </a:cubicBezTo>
                          <a:cubicBezTo>
                            <a:pt x="4328" y="152680"/>
                            <a:pt x="8657" y="152969"/>
                            <a:pt x="13273" y="153257"/>
                          </a:cubicBezTo>
                          <a:cubicBezTo>
                            <a:pt x="23950" y="112850"/>
                            <a:pt x="41840" y="65805"/>
                            <a:pt x="68387" y="15874"/>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nvGrpSpPr>
                    <p:cNvPr id="239" name="Google Shape;239;p51"/>
                    <p:cNvGrpSpPr/>
                    <p:nvPr/>
                  </p:nvGrpSpPr>
                  <p:grpSpPr>
                    <a:xfrm>
                      <a:off x="10452557" y="413364"/>
                      <a:ext cx="320303" cy="223391"/>
                      <a:chOff x="10452557" y="413364"/>
                      <a:chExt cx="320303" cy="223391"/>
                    </a:xfrm>
                  </p:grpSpPr>
                  <p:sp>
                    <p:nvSpPr>
                      <p:cNvPr id="240" name="Google Shape;240;p51"/>
                      <p:cNvSpPr/>
                      <p:nvPr/>
                    </p:nvSpPr>
                    <p:spPr>
                      <a:xfrm>
                        <a:off x="10503200" y="546706"/>
                        <a:ext cx="161301" cy="87163"/>
                      </a:xfrm>
                      <a:custGeom>
                        <a:avLst/>
                        <a:gdLst/>
                        <a:ahLst/>
                        <a:cxnLst/>
                        <a:rect l="l" t="t" r="r" b="b"/>
                        <a:pathLst>
                          <a:path w="161301" h="87163" extrusionOk="0">
                            <a:moveTo>
                              <a:pt x="5771" y="0"/>
                            </a:moveTo>
                            <a:cubicBezTo>
                              <a:pt x="3751" y="4618"/>
                              <a:pt x="1731" y="9236"/>
                              <a:pt x="0" y="13854"/>
                            </a:cubicBezTo>
                            <a:cubicBezTo>
                              <a:pt x="19044" y="30882"/>
                              <a:pt x="42706" y="46756"/>
                              <a:pt x="69830" y="60033"/>
                            </a:cubicBezTo>
                            <a:cubicBezTo>
                              <a:pt x="97819" y="73598"/>
                              <a:pt x="126386" y="82834"/>
                              <a:pt x="153222" y="87163"/>
                            </a:cubicBezTo>
                            <a:cubicBezTo>
                              <a:pt x="156107" y="83123"/>
                              <a:pt x="158704" y="78793"/>
                              <a:pt x="161301" y="74464"/>
                            </a:cubicBezTo>
                            <a:cubicBezTo>
                              <a:pt x="134177" y="71001"/>
                              <a:pt x="104456" y="61765"/>
                              <a:pt x="75601" y="47622"/>
                            </a:cubicBezTo>
                            <a:cubicBezTo>
                              <a:pt x="48477" y="34346"/>
                              <a:pt x="24527" y="17606"/>
                              <a:pt x="5771" y="0"/>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241" name="Google Shape;241;p51"/>
                      <p:cNvSpPr/>
                      <p:nvPr/>
                    </p:nvSpPr>
                    <p:spPr>
                      <a:xfrm>
                        <a:off x="10452557" y="413364"/>
                        <a:ext cx="320303" cy="223391"/>
                      </a:xfrm>
                      <a:custGeom>
                        <a:avLst/>
                        <a:gdLst/>
                        <a:ahLst/>
                        <a:cxnLst/>
                        <a:rect l="l" t="t" r="r" b="b"/>
                        <a:pathLst>
                          <a:path w="320303" h="223391" extrusionOk="0">
                            <a:moveTo>
                              <a:pt x="297068" y="105346"/>
                            </a:moveTo>
                            <a:cubicBezTo>
                              <a:pt x="275426" y="76484"/>
                              <a:pt x="240800" y="49643"/>
                              <a:pt x="200114" y="30016"/>
                            </a:cubicBezTo>
                            <a:cubicBezTo>
                              <a:pt x="160582" y="10679"/>
                              <a:pt x="119319" y="0"/>
                              <a:pt x="83827" y="0"/>
                            </a:cubicBezTo>
                            <a:cubicBezTo>
                              <a:pt x="44584" y="0"/>
                              <a:pt x="16883" y="12699"/>
                              <a:pt x="5341" y="36077"/>
                            </a:cubicBezTo>
                            <a:cubicBezTo>
                              <a:pt x="-8799" y="64939"/>
                              <a:pt x="5918" y="102749"/>
                              <a:pt x="40256" y="137383"/>
                            </a:cubicBezTo>
                            <a:cubicBezTo>
                              <a:pt x="42275" y="132765"/>
                              <a:pt x="44007" y="127859"/>
                              <a:pt x="46027" y="123241"/>
                            </a:cubicBezTo>
                            <a:cubicBezTo>
                              <a:pt x="19191" y="94379"/>
                              <a:pt x="7072" y="63785"/>
                              <a:pt x="17460" y="42138"/>
                            </a:cubicBezTo>
                            <a:cubicBezTo>
                              <a:pt x="26116" y="24244"/>
                              <a:pt x="50355" y="13854"/>
                              <a:pt x="83538" y="13854"/>
                            </a:cubicBezTo>
                            <a:cubicBezTo>
                              <a:pt x="117011" y="13854"/>
                              <a:pt x="156254" y="23955"/>
                              <a:pt x="193766" y="42427"/>
                            </a:cubicBezTo>
                            <a:cubicBezTo>
                              <a:pt x="232432" y="61476"/>
                              <a:pt x="265038" y="86586"/>
                              <a:pt x="285526" y="113716"/>
                            </a:cubicBezTo>
                            <a:cubicBezTo>
                              <a:pt x="304859" y="139403"/>
                              <a:pt x="310918" y="163359"/>
                              <a:pt x="302262" y="181253"/>
                            </a:cubicBezTo>
                            <a:cubicBezTo>
                              <a:pt x="293605" y="199148"/>
                              <a:pt x="269367" y="209538"/>
                              <a:pt x="236183" y="209538"/>
                            </a:cubicBezTo>
                            <a:cubicBezTo>
                              <a:pt x="233009" y="209538"/>
                              <a:pt x="229546" y="209249"/>
                              <a:pt x="226372" y="209249"/>
                            </a:cubicBezTo>
                            <a:cubicBezTo>
                              <a:pt x="223487" y="213579"/>
                              <a:pt x="220890" y="218197"/>
                              <a:pt x="218004" y="222526"/>
                            </a:cubicBezTo>
                            <a:cubicBezTo>
                              <a:pt x="224064" y="223103"/>
                              <a:pt x="230123" y="223392"/>
                              <a:pt x="236183" y="223392"/>
                            </a:cubicBezTo>
                            <a:cubicBezTo>
                              <a:pt x="275426" y="223392"/>
                              <a:pt x="303127" y="210692"/>
                              <a:pt x="314670" y="187314"/>
                            </a:cubicBezTo>
                            <a:cubicBezTo>
                              <a:pt x="326212" y="164513"/>
                              <a:pt x="319863" y="135651"/>
                              <a:pt x="297068" y="105346"/>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sp>
                  <p:nvSpPr>
                    <p:cNvPr id="242" name="Google Shape;242;p51"/>
                    <p:cNvSpPr/>
                    <p:nvPr/>
                  </p:nvSpPr>
                  <p:spPr>
                    <a:xfrm>
                      <a:off x="10454912" y="602121"/>
                      <a:ext cx="230941" cy="171151"/>
                    </a:xfrm>
                    <a:custGeom>
                      <a:avLst/>
                      <a:gdLst/>
                      <a:ahLst/>
                      <a:cxnLst/>
                      <a:rect l="l" t="t" r="r" b="b"/>
                      <a:pathLst>
                        <a:path w="230941" h="171151" extrusionOk="0">
                          <a:moveTo>
                            <a:pt x="211897" y="6350"/>
                          </a:moveTo>
                          <a:cubicBezTo>
                            <a:pt x="157072" y="95245"/>
                            <a:pt x="91282" y="158164"/>
                            <a:pt x="49731" y="158164"/>
                          </a:cubicBezTo>
                          <a:cubicBezTo>
                            <a:pt x="44248" y="158164"/>
                            <a:pt x="39343" y="157009"/>
                            <a:pt x="35014" y="154700"/>
                          </a:cubicBezTo>
                          <a:cubicBezTo>
                            <a:pt x="12507" y="142867"/>
                            <a:pt x="6448" y="96976"/>
                            <a:pt x="21164" y="32325"/>
                          </a:cubicBezTo>
                          <a:cubicBezTo>
                            <a:pt x="16547" y="32037"/>
                            <a:pt x="12219" y="31748"/>
                            <a:pt x="7890" y="31460"/>
                          </a:cubicBezTo>
                          <a:cubicBezTo>
                            <a:pt x="-7114" y="99285"/>
                            <a:pt x="-1055" y="150660"/>
                            <a:pt x="28955" y="166245"/>
                          </a:cubicBezTo>
                          <a:cubicBezTo>
                            <a:pt x="35014" y="169420"/>
                            <a:pt x="42228" y="171152"/>
                            <a:pt x="49731" y="171152"/>
                          </a:cubicBezTo>
                          <a:cubicBezTo>
                            <a:pt x="99073" y="171152"/>
                            <a:pt x="171212" y="102171"/>
                            <a:pt x="230942" y="0"/>
                          </a:cubicBezTo>
                          <a:cubicBezTo>
                            <a:pt x="224882" y="2598"/>
                            <a:pt x="218534" y="4618"/>
                            <a:pt x="211897" y="6350"/>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grpSp>
                <p:nvGrpSpPr>
                  <p:cNvPr id="243" name="Google Shape;243;p51"/>
                  <p:cNvGrpSpPr/>
                  <p:nvPr/>
                </p:nvGrpSpPr>
                <p:grpSpPr>
                  <a:xfrm>
                    <a:off x="10376966" y="420579"/>
                    <a:ext cx="472032" cy="208672"/>
                    <a:chOff x="10376966" y="420579"/>
                    <a:chExt cx="472032" cy="208672"/>
                  </a:xfrm>
                </p:grpSpPr>
                <p:sp>
                  <p:nvSpPr>
                    <p:cNvPr id="244" name="Google Shape;244;p51"/>
                    <p:cNvSpPr/>
                    <p:nvPr/>
                  </p:nvSpPr>
                  <p:spPr>
                    <a:xfrm>
                      <a:off x="10598134" y="557962"/>
                      <a:ext cx="157550" cy="57723"/>
                    </a:xfrm>
                    <a:custGeom>
                      <a:avLst/>
                      <a:gdLst/>
                      <a:ahLst/>
                      <a:cxnLst/>
                      <a:rect l="l" t="t" r="r" b="b"/>
                      <a:pathLst>
                        <a:path w="157550" h="57723" extrusionOk="0">
                          <a:moveTo>
                            <a:pt x="32029" y="42138"/>
                          </a:moveTo>
                          <a:cubicBezTo>
                            <a:pt x="21353" y="44736"/>
                            <a:pt x="10676" y="46756"/>
                            <a:pt x="0" y="48777"/>
                          </a:cubicBezTo>
                          <a:cubicBezTo>
                            <a:pt x="8657" y="52240"/>
                            <a:pt x="17025" y="55126"/>
                            <a:pt x="25393" y="57724"/>
                          </a:cubicBezTo>
                          <a:cubicBezTo>
                            <a:pt x="28567" y="57147"/>
                            <a:pt x="31741" y="56281"/>
                            <a:pt x="34915" y="55704"/>
                          </a:cubicBezTo>
                          <a:cubicBezTo>
                            <a:pt x="80218" y="45313"/>
                            <a:pt x="122346" y="30594"/>
                            <a:pt x="157550" y="13276"/>
                          </a:cubicBezTo>
                          <a:cubicBezTo>
                            <a:pt x="156684" y="8947"/>
                            <a:pt x="155530" y="4618"/>
                            <a:pt x="153799" y="0"/>
                          </a:cubicBezTo>
                          <a:cubicBezTo>
                            <a:pt x="119461" y="17029"/>
                            <a:pt x="77332" y="31748"/>
                            <a:pt x="32029" y="42138"/>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245" name="Google Shape;245;p51"/>
                    <p:cNvSpPr/>
                    <p:nvPr/>
                  </p:nvSpPr>
                  <p:spPr>
                    <a:xfrm>
                      <a:off x="10464534" y="437319"/>
                      <a:ext cx="149759" cy="57723"/>
                    </a:xfrm>
                    <a:custGeom>
                      <a:avLst/>
                      <a:gdLst/>
                      <a:ahLst/>
                      <a:cxnLst/>
                      <a:rect l="l" t="t" r="r" b="b"/>
                      <a:pathLst>
                        <a:path w="149759" h="57723" extrusionOk="0">
                          <a:moveTo>
                            <a:pt x="0" y="44159"/>
                          </a:moveTo>
                          <a:cubicBezTo>
                            <a:pt x="577" y="48488"/>
                            <a:pt x="1731" y="53106"/>
                            <a:pt x="3174" y="57724"/>
                          </a:cubicBezTo>
                          <a:cubicBezTo>
                            <a:pt x="36646" y="40407"/>
                            <a:pt x="79929" y="24244"/>
                            <a:pt x="131003" y="12411"/>
                          </a:cubicBezTo>
                          <a:cubicBezTo>
                            <a:pt x="137351" y="10968"/>
                            <a:pt x="143411" y="9524"/>
                            <a:pt x="149759" y="8370"/>
                          </a:cubicBezTo>
                          <a:cubicBezTo>
                            <a:pt x="140814" y="5195"/>
                            <a:pt x="132157" y="2309"/>
                            <a:pt x="123501" y="0"/>
                          </a:cubicBezTo>
                          <a:cubicBezTo>
                            <a:pt x="76178" y="11545"/>
                            <a:pt x="34049" y="26842"/>
                            <a:pt x="0" y="44159"/>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246" name="Google Shape;246;p51"/>
                    <p:cNvSpPr/>
                    <p:nvPr/>
                  </p:nvSpPr>
                  <p:spPr>
                    <a:xfrm>
                      <a:off x="10376966" y="488405"/>
                      <a:ext cx="220302" cy="140846"/>
                    </a:xfrm>
                    <a:custGeom>
                      <a:avLst/>
                      <a:gdLst/>
                      <a:ahLst/>
                      <a:cxnLst/>
                      <a:rect l="l" t="t" r="r" b="b"/>
                      <a:pathLst>
                        <a:path w="220302" h="140846" extrusionOk="0">
                          <a:moveTo>
                            <a:pt x="196064" y="122375"/>
                          </a:moveTo>
                          <a:cubicBezTo>
                            <a:pt x="172403" y="125550"/>
                            <a:pt x="149318" y="127281"/>
                            <a:pt x="127966" y="127281"/>
                          </a:cubicBezTo>
                          <a:cubicBezTo>
                            <a:pt x="63330" y="127281"/>
                            <a:pt x="19758" y="112273"/>
                            <a:pt x="14276" y="88029"/>
                          </a:cubicBezTo>
                          <a:cubicBezTo>
                            <a:pt x="9659" y="67537"/>
                            <a:pt x="33320" y="39541"/>
                            <a:pt x="78623" y="13565"/>
                          </a:cubicBezTo>
                          <a:cubicBezTo>
                            <a:pt x="76892" y="8947"/>
                            <a:pt x="75737" y="4618"/>
                            <a:pt x="74872" y="0"/>
                          </a:cubicBezTo>
                          <a:cubicBezTo>
                            <a:pt x="23509" y="28862"/>
                            <a:pt x="-5923" y="62053"/>
                            <a:pt x="1002" y="90915"/>
                          </a:cubicBezTo>
                          <a:cubicBezTo>
                            <a:pt x="8505" y="122663"/>
                            <a:pt x="54673" y="140846"/>
                            <a:pt x="128254" y="140846"/>
                          </a:cubicBezTo>
                          <a:cubicBezTo>
                            <a:pt x="156821" y="140846"/>
                            <a:pt x="188273" y="137960"/>
                            <a:pt x="220303" y="132476"/>
                          </a:cubicBezTo>
                          <a:cubicBezTo>
                            <a:pt x="211934" y="129590"/>
                            <a:pt x="203855" y="126127"/>
                            <a:pt x="196064" y="122375"/>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247" name="Google Shape;247;p51"/>
                    <p:cNvSpPr/>
                    <p:nvPr/>
                  </p:nvSpPr>
                  <p:spPr>
                    <a:xfrm>
                      <a:off x="10615159" y="420579"/>
                      <a:ext cx="233839" cy="143732"/>
                    </a:xfrm>
                    <a:custGeom>
                      <a:avLst/>
                      <a:gdLst/>
                      <a:ahLst/>
                      <a:cxnLst/>
                      <a:rect l="l" t="t" r="r" b="b"/>
                      <a:pathLst>
                        <a:path w="233839" h="143732" extrusionOk="0">
                          <a:moveTo>
                            <a:pt x="232862" y="49931"/>
                          </a:moveTo>
                          <a:cubicBezTo>
                            <a:pt x="225649" y="18183"/>
                            <a:pt x="179191" y="0"/>
                            <a:pt x="105610" y="0"/>
                          </a:cubicBezTo>
                          <a:cubicBezTo>
                            <a:pt x="73004" y="0"/>
                            <a:pt x="36646" y="3752"/>
                            <a:pt x="0" y="10968"/>
                          </a:cubicBezTo>
                          <a:cubicBezTo>
                            <a:pt x="8080" y="13854"/>
                            <a:pt x="16159" y="17029"/>
                            <a:pt x="24238" y="20492"/>
                          </a:cubicBezTo>
                          <a:cubicBezTo>
                            <a:pt x="52517" y="15874"/>
                            <a:pt x="80218" y="13565"/>
                            <a:pt x="105610" y="13565"/>
                          </a:cubicBezTo>
                          <a:cubicBezTo>
                            <a:pt x="170246" y="13565"/>
                            <a:pt x="213818" y="28573"/>
                            <a:pt x="219300" y="52817"/>
                          </a:cubicBezTo>
                          <a:cubicBezTo>
                            <a:pt x="223629" y="71289"/>
                            <a:pt x="205161" y="95533"/>
                            <a:pt x="168804" y="118911"/>
                          </a:cubicBezTo>
                          <a:cubicBezTo>
                            <a:pt x="162455" y="122952"/>
                            <a:pt x="155819" y="126704"/>
                            <a:pt x="148893" y="130456"/>
                          </a:cubicBezTo>
                          <a:cubicBezTo>
                            <a:pt x="150625" y="135074"/>
                            <a:pt x="152068" y="139403"/>
                            <a:pt x="153222" y="143733"/>
                          </a:cubicBezTo>
                          <a:cubicBezTo>
                            <a:pt x="161301" y="139403"/>
                            <a:pt x="169092" y="134785"/>
                            <a:pt x="176306" y="130456"/>
                          </a:cubicBezTo>
                          <a:cubicBezTo>
                            <a:pt x="218723" y="103615"/>
                            <a:pt x="238633" y="74753"/>
                            <a:pt x="232862" y="49931"/>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grpSp>
            <p:sp>
              <p:nvSpPr>
                <p:cNvPr id="248" name="Google Shape;248;p51"/>
                <p:cNvSpPr/>
                <p:nvPr/>
              </p:nvSpPr>
              <p:spPr>
                <a:xfrm>
                  <a:off x="10571587" y="488116"/>
                  <a:ext cx="76178" cy="76195"/>
                </a:xfrm>
                <a:custGeom>
                  <a:avLst/>
                  <a:gdLst/>
                  <a:ahLst/>
                  <a:cxnLst/>
                  <a:rect l="l" t="t" r="r" b="b"/>
                  <a:pathLst>
                    <a:path w="76178" h="76195" extrusionOk="0">
                      <a:moveTo>
                        <a:pt x="76178" y="38098"/>
                      </a:moveTo>
                      <a:cubicBezTo>
                        <a:pt x="76178" y="59167"/>
                        <a:pt x="59153" y="76196"/>
                        <a:pt x="38089" y="76196"/>
                      </a:cubicBezTo>
                      <a:cubicBezTo>
                        <a:pt x="17025" y="76196"/>
                        <a:pt x="0" y="59167"/>
                        <a:pt x="0" y="38098"/>
                      </a:cubicBezTo>
                      <a:cubicBezTo>
                        <a:pt x="0" y="17029"/>
                        <a:pt x="17025" y="0"/>
                        <a:pt x="38089" y="0"/>
                      </a:cubicBezTo>
                      <a:cubicBezTo>
                        <a:pt x="59153" y="0"/>
                        <a:pt x="76178" y="17029"/>
                        <a:pt x="76178" y="38098"/>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grpSp>
            <p:nvGrpSpPr>
              <p:cNvPr id="249" name="Google Shape;249;p51"/>
              <p:cNvGrpSpPr/>
              <p:nvPr/>
            </p:nvGrpSpPr>
            <p:grpSpPr>
              <a:xfrm>
                <a:off x="10534652" y="276558"/>
                <a:ext cx="236032" cy="179521"/>
                <a:chOff x="10534652" y="276558"/>
                <a:chExt cx="236032" cy="179521"/>
              </a:xfrm>
            </p:grpSpPr>
            <p:sp>
              <p:nvSpPr>
                <p:cNvPr id="250" name="Google Shape;250;p51"/>
                <p:cNvSpPr/>
                <p:nvPr/>
              </p:nvSpPr>
              <p:spPr>
                <a:xfrm>
                  <a:off x="10534652" y="424620"/>
                  <a:ext cx="33472" cy="31459"/>
                </a:xfrm>
                <a:custGeom>
                  <a:avLst/>
                  <a:gdLst/>
                  <a:ahLst/>
                  <a:cxnLst/>
                  <a:rect l="l" t="t" r="r" b="b"/>
                  <a:pathLst>
                    <a:path w="33472" h="31459" extrusionOk="0">
                      <a:moveTo>
                        <a:pt x="18467" y="25976"/>
                      </a:moveTo>
                      <a:cubicBezTo>
                        <a:pt x="23373" y="17894"/>
                        <a:pt x="28278" y="9813"/>
                        <a:pt x="33472" y="2020"/>
                      </a:cubicBezTo>
                      <a:cubicBezTo>
                        <a:pt x="28567" y="1154"/>
                        <a:pt x="23661" y="577"/>
                        <a:pt x="18756" y="0"/>
                      </a:cubicBezTo>
                      <a:cubicBezTo>
                        <a:pt x="12408" y="10102"/>
                        <a:pt x="6060" y="20492"/>
                        <a:pt x="0" y="31460"/>
                      </a:cubicBezTo>
                      <a:cubicBezTo>
                        <a:pt x="6060" y="29728"/>
                        <a:pt x="12408" y="27708"/>
                        <a:pt x="18467" y="25976"/>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251" name="Google Shape;251;p51"/>
                <p:cNvSpPr/>
                <p:nvPr/>
              </p:nvSpPr>
              <p:spPr>
                <a:xfrm>
                  <a:off x="10562065" y="276558"/>
                  <a:ext cx="208619" cy="152968"/>
                </a:xfrm>
                <a:custGeom>
                  <a:avLst/>
                  <a:gdLst/>
                  <a:ahLst/>
                  <a:cxnLst/>
                  <a:rect l="l" t="t" r="r" b="b"/>
                  <a:pathLst>
                    <a:path w="208619" h="152968" extrusionOk="0">
                      <a:moveTo>
                        <a:pt x="14428" y="137672"/>
                      </a:moveTo>
                      <a:cubicBezTo>
                        <a:pt x="65213" y="63496"/>
                        <a:pt x="121769" y="13277"/>
                        <a:pt x="158704" y="13277"/>
                      </a:cubicBezTo>
                      <a:cubicBezTo>
                        <a:pt x="164187" y="13277"/>
                        <a:pt x="169092" y="14431"/>
                        <a:pt x="173420" y="16740"/>
                      </a:cubicBezTo>
                      <a:cubicBezTo>
                        <a:pt x="197370" y="29439"/>
                        <a:pt x="202564" y="80525"/>
                        <a:pt x="184385" y="151525"/>
                      </a:cubicBezTo>
                      <a:cubicBezTo>
                        <a:pt x="189002" y="151814"/>
                        <a:pt x="193331" y="152391"/>
                        <a:pt x="197659" y="152969"/>
                      </a:cubicBezTo>
                      <a:cubicBezTo>
                        <a:pt x="216415" y="78793"/>
                        <a:pt x="211509" y="21646"/>
                        <a:pt x="179769" y="4907"/>
                      </a:cubicBezTo>
                      <a:cubicBezTo>
                        <a:pt x="173420" y="1732"/>
                        <a:pt x="166495" y="0"/>
                        <a:pt x="158993" y="0"/>
                      </a:cubicBezTo>
                      <a:cubicBezTo>
                        <a:pt x="115710" y="0"/>
                        <a:pt x="54825" y="53106"/>
                        <a:pt x="0" y="135363"/>
                      </a:cubicBezTo>
                      <a:cubicBezTo>
                        <a:pt x="4617" y="135940"/>
                        <a:pt x="9522" y="136806"/>
                        <a:pt x="14428" y="137672"/>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grpSp>
        <p:grpSp>
          <p:nvGrpSpPr>
            <p:cNvPr id="252" name="Google Shape;252;p51"/>
            <p:cNvGrpSpPr/>
            <p:nvPr/>
          </p:nvGrpSpPr>
          <p:grpSpPr>
            <a:xfrm>
              <a:off x="10697974" y="665040"/>
              <a:ext cx="904612" cy="211558"/>
              <a:chOff x="10697974" y="665040"/>
              <a:chExt cx="904612" cy="211558"/>
            </a:xfrm>
          </p:grpSpPr>
          <p:sp>
            <p:nvSpPr>
              <p:cNvPr id="253" name="Google Shape;253;p51"/>
              <p:cNvSpPr/>
              <p:nvPr/>
            </p:nvSpPr>
            <p:spPr>
              <a:xfrm>
                <a:off x="10697974" y="665040"/>
                <a:ext cx="207469" cy="211558"/>
              </a:xfrm>
              <a:custGeom>
                <a:avLst/>
                <a:gdLst/>
                <a:ahLst/>
                <a:cxnLst/>
                <a:rect l="l" t="t" r="r" b="b"/>
                <a:pathLst>
                  <a:path w="207469" h="211558" extrusionOk="0">
                    <a:moveTo>
                      <a:pt x="174863" y="211558"/>
                    </a:moveTo>
                    <a:lnTo>
                      <a:pt x="174863" y="61187"/>
                    </a:lnTo>
                    <a:lnTo>
                      <a:pt x="103879" y="150660"/>
                    </a:lnTo>
                    <a:lnTo>
                      <a:pt x="32606" y="61187"/>
                    </a:lnTo>
                    <a:lnTo>
                      <a:pt x="32606" y="211558"/>
                    </a:lnTo>
                    <a:lnTo>
                      <a:pt x="0" y="211558"/>
                    </a:lnTo>
                    <a:lnTo>
                      <a:pt x="0" y="0"/>
                    </a:lnTo>
                    <a:lnTo>
                      <a:pt x="19045" y="0"/>
                    </a:lnTo>
                    <a:lnTo>
                      <a:pt x="103879" y="107367"/>
                    </a:lnTo>
                    <a:lnTo>
                      <a:pt x="188714" y="0"/>
                    </a:lnTo>
                    <a:lnTo>
                      <a:pt x="207470" y="0"/>
                    </a:lnTo>
                    <a:lnTo>
                      <a:pt x="207470" y="211558"/>
                    </a:lnTo>
                    <a:lnTo>
                      <a:pt x="174863" y="211558"/>
                    </a:ln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254" name="Google Shape;254;p51"/>
              <p:cNvSpPr/>
              <p:nvPr/>
            </p:nvSpPr>
            <p:spPr>
              <a:xfrm>
                <a:off x="10932279" y="665040"/>
                <a:ext cx="163321" cy="211558"/>
              </a:xfrm>
              <a:custGeom>
                <a:avLst/>
                <a:gdLst/>
                <a:ahLst/>
                <a:cxnLst/>
                <a:rect l="l" t="t" r="r" b="b"/>
                <a:pathLst>
                  <a:path w="163321" h="211558" extrusionOk="0">
                    <a:moveTo>
                      <a:pt x="130715" y="211558"/>
                    </a:moveTo>
                    <a:lnTo>
                      <a:pt x="130715" y="62342"/>
                    </a:lnTo>
                    <a:lnTo>
                      <a:pt x="19045" y="211558"/>
                    </a:lnTo>
                    <a:lnTo>
                      <a:pt x="0" y="211558"/>
                    </a:lnTo>
                    <a:lnTo>
                      <a:pt x="0" y="0"/>
                    </a:lnTo>
                    <a:lnTo>
                      <a:pt x="32607" y="0"/>
                    </a:lnTo>
                    <a:lnTo>
                      <a:pt x="32607" y="149216"/>
                    </a:lnTo>
                    <a:lnTo>
                      <a:pt x="144277" y="0"/>
                    </a:lnTo>
                    <a:lnTo>
                      <a:pt x="163321" y="0"/>
                    </a:lnTo>
                    <a:lnTo>
                      <a:pt x="163321" y="211558"/>
                    </a:lnTo>
                    <a:lnTo>
                      <a:pt x="130715" y="211558"/>
                    </a:ln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255" name="Google Shape;255;p51"/>
              <p:cNvSpPr/>
              <p:nvPr/>
            </p:nvSpPr>
            <p:spPr>
              <a:xfrm>
                <a:off x="11439266" y="665040"/>
                <a:ext cx="163320" cy="211558"/>
              </a:xfrm>
              <a:custGeom>
                <a:avLst/>
                <a:gdLst/>
                <a:ahLst/>
                <a:cxnLst/>
                <a:rect l="l" t="t" r="r" b="b"/>
                <a:pathLst>
                  <a:path w="163320" h="211558" extrusionOk="0">
                    <a:moveTo>
                      <a:pt x="130715" y="211558"/>
                    </a:moveTo>
                    <a:lnTo>
                      <a:pt x="130715" y="62342"/>
                    </a:lnTo>
                    <a:lnTo>
                      <a:pt x="19044" y="211558"/>
                    </a:lnTo>
                    <a:lnTo>
                      <a:pt x="0" y="211558"/>
                    </a:lnTo>
                    <a:lnTo>
                      <a:pt x="0" y="0"/>
                    </a:lnTo>
                    <a:lnTo>
                      <a:pt x="32606" y="0"/>
                    </a:lnTo>
                    <a:lnTo>
                      <a:pt x="32606" y="149216"/>
                    </a:lnTo>
                    <a:lnTo>
                      <a:pt x="144277" y="0"/>
                    </a:lnTo>
                    <a:lnTo>
                      <a:pt x="163321" y="0"/>
                    </a:lnTo>
                    <a:lnTo>
                      <a:pt x="163321" y="211558"/>
                    </a:lnTo>
                    <a:lnTo>
                      <a:pt x="130715" y="211558"/>
                    </a:ln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grpSp>
          <p:nvGrpSpPr>
            <p:cNvPr id="256" name="Google Shape;256;p51"/>
            <p:cNvGrpSpPr/>
            <p:nvPr/>
          </p:nvGrpSpPr>
          <p:grpSpPr>
            <a:xfrm>
              <a:off x="11254015" y="502836"/>
              <a:ext cx="378869" cy="92070"/>
              <a:chOff x="11254015" y="502836"/>
              <a:chExt cx="378869" cy="92070"/>
            </a:xfrm>
          </p:grpSpPr>
          <p:sp>
            <p:nvSpPr>
              <p:cNvPr id="257" name="Google Shape;257;p51"/>
              <p:cNvSpPr/>
              <p:nvPr/>
            </p:nvSpPr>
            <p:spPr>
              <a:xfrm>
                <a:off x="11254015" y="502836"/>
                <a:ext cx="76466" cy="92069"/>
              </a:xfrm>
              <a:custGeom>
                <a:avLst/>
                <a:gdLst/>
                <a:ahLst/>
                <a:cxnLst/>
                <a:rect l="l" t="t" r="r" b="b"/>
                <a:pathLst>
                  <a:path w="76466" h="92069" extrusionOk="0">
                    <a:moveTo>
                      <a:pt x="57133" y="92070"/>
                    </a:moveTo>
                    <a:lnTo>
                      <a:pt x="57133" y="54549"/>
                    </a:lnTo>
                    <a:lnTo>
                      <a:pt x="19333" y="54549"/>
                    </a:lnTo>
                    <a:lnTo>
                      <a:pt x="19333" y="92070"/>
                    </a:lnTo>
                    <a:lnTo>
                      <a:pt x="0" y="92070"/>
                    </a:lnTo>
                    <a:lnTo>
                      <a:pt x="0" y="0"/>
                    </a:lnTo>
                    <a:lnTo>
                      <a:pt x="19333" y="0"/>
                    </a:lnTo>
                    <a:lnTo>
                      <a:pt x="19333" y="37232"/>
                    </a:lnTo>
                    <a:lnTo>
                      <a:pt x="57133" y="37232"/>
                    </a:lnTo>
                    <a:lnTo>
                      <a:pt x="57133" y="0"/>
                    </a:lnTo>
                    <a:lnTo>
                      <a:pt x="76467" y="0"/>
                    </a:lnTo>
                    <a:lnTo>
                      <a:pt x="76467" y="92070"/>
                    </a:lnTo>
                    <a:lnTo>
                      <a:pt x="57133" y="92070"/>
                    </a:ln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258" name="Google Shape;258;p51"/>
              <p:cNvSpPr/>
              <p:nvPr/>
            </p:nvSpPr>
            <p:spPr>
              <a:xfrm>
                <a:off x="11352412" y="502836"/>
                <a:ext cx="77332" cy="92069"/>
              </a:xfrm>
              <a:custGeom>
                <a:avLst/>
                <a:gdLst/>
                <a:ahLst/>
                <a:cxnLst/>
                <a:rect l="l" t="t" r="r" b="b"/>
                <a:pathLst>
                  <a:path w="77332" h="92069" extrusionOk="0">
                    <a:moveTo>
                      <a:pt x="57711" y="92070"/>
                    </a:moveTo>
                    <a:lnTo>
                      <a:pt x="57711" y="34346"/>
                    </a:lnTo>
                    <a:lnTo>
                      <a:pt x="11253" y="92070"/>
                    </a:lnTo>
                    <a:lnTo>
                      <a:pt x="0" y="92070"/>
                    </a:lnTo>
                    <a:lnTo>
                      <a:pt x="0" y="0"/>
                    </a:lnTo>
                    <a:lnTo>
                      <a:pt x="19333" y="0"/>
                    </a:lnTo>
                    <a:lnTo>
                      <a:pt x="19333" y="58013"/>
                    </a:lnTo>
                    <a:lnTo>
                      <a:pt x="65790" y="0"/>
                    </a:lnTo>
                    <a:lnTo>
                      <a:pt x="77332" y="0"/>
                    </a:lnTo>
                    <a:lnTo>
                      <a:pt x="77332" y="92070"/>
                    </a:lnTo>
                    <a:lnTo>
                      <a:pt x="57711" y="92070"/>
                    </a:ln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259" name="Google Shape;259;p51"/>
              <p:cNvSpPr/>
              <p:nvPr/>
            </p:nvSpPr>
            <p:spPr>
              <a:xfrm>
                <a:off x="11445326" y="503125"/>
                <a:ext cx="77620" cy="91781"/>
              </a:xfrm>
              <a:custGeom>
                <a:avLst/>
                <a:gdLst/>
                <a:ahLst/>
                <a:cxnLst/>
                <a:rect l="l" t="t" r="r" b="b"/>
                <a:pathLst>
                  <a:path w="77620" h="91781" extrusionOk="0">
                    <a:moveTo>
                      <a:pt x="58576" y="91781"/>
                    </a:moveTo>
                    <a:lnTo>
                      <a:pt x="58576" y="69269"/>
                    </a:lnTo>
                    <a:lnTo>
                      <a:pt x="47611" y="69269"/>
                    </a:lnTo>
                    <a:cubicBezTo>
                      <a:pt x="38089" y="69557"/>
                      <a:pt x="35492" y="71578"/>
                      <a:pt x="27990" y="82545"/>
                    </a:cubicBezTo>
                    <a:lnTo>
                      <a:pt x="21641" y="91781"/>
                    </a:lnTo>
                    <a:lnTo>
                      <a:pt x="0" y="91781"/>
                    </a:lnTo>
                    <a:lnTo>
                      <a:pt x="8368" y="79659"/>
                    </a:lnTo>
                    <a:cubicBezTo>
                      <a:pt x="14428" y="70712"/>
                      <a:pt x="18756" y="66094"/>
                      <a:pt x="23084" y="63496"/>
                    </a:cubicBezTo>
                    <a:cubicBezTo>
                      <a:pt x="9811" y="58590"/>
                      <a:pt x="2020" y="48199"/>
                      <a:pt x="2020" y="34634"/>
                    </a:cubicBezTo>
                    <a:cubicBezTo>
                      <a:pt x="2020" y="15297"/>
                      <a:pt x="17025" y="0"/>
                      <a:pt x="44437" y="0"/>
                    </a:cubicBezTo>
                    <a:lnTo>
                      <a:pt x="77621" y="0"/>
                    </a:lnTo>
                    <a:lnTo>
                      <a:pt x="77621" y="91781"/>
                    </a:lnTo>
                    <a:lnTo>
                      <a:pt x="58576" y="91781"/>
                    </a:lnTo>
                    <a:close/>
                    <a:moveTo>
                      <a:pt x="42706" y="17029"/>
                    </a:moveTo>
                    <a:cubicBezTo>
                      <a:pt x="30010" y="17029"/>
                      <a:pt x="20199" y="22801"/>
                      <a:pt x="20199" y="34634"/>
                    </a:cubicBezTo>
                    <a:cubicBezTo>
                      <a:pt x="20199" y="47045"/>
                      <a:pt x="30010" y="52240"/>
                      <a:pt x="42706" y="52240"/>
                    </a:cubicBezTo>
                    <a:lnTo>
                      <a:pt x="58576" y="52240"/>
                    </a:lnTo>
                    <a:lnTo>
                      <a:pt x="58576" y="17029"/>
                    </a:lnTo>
                    <a:lnTo>
                      <a:pt x="42706" y="17029"/>
                    </a:ln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260" name="Google Shape;260;p51"/>
              <p:cNvSpPr/>
              <p:nvPr/>
            </p:nvSpPr>
            <p:spPr>
              <a:xfrm>
                <a:off x="11539971" y="502836"/>
                <a:ext cx="92913" cy="92069"/>
              </a:xfrm>
              <a:custGeom>
                <a:avLst/>
                <a:gdLst/>
                <a:ahLst/>
                <a:cxnLst/>
                <a:rect l="l" t="t" r="r" b="b"/>
                <a:pathLst>
                  <a:path w="92913" h="92069" extrusionOk="0">
                    <a:moveTo>
                      <a:pt x="15293" y="92070"/>
                    </a:moveTo>
                    <a:lnTo>
                      <a:pt x="35492" y="58878"/>
                    </a:lnTo>
                    <a:lnTo>
                      <a:pt x="0" y="0"/>
                    </a:lnTo>
                    <a:lnTo>
                      <a:pt x="21930" y="0"/>
                    </a:lnTo>
                    <a:lnTo>
                      <a:pt x="46457" y="40118"/>
                    </a:lnTo>
                    <a:lnTo>
                      <a:pt x="70984" y="0"/>
                    </a:lnTo>
                    <a:lnTo>
                      <a:pt x="92914" y="0"/>
                    </a:lnTo>
                    <a:lnTo>
                      <a:pt x="37223" y="92070"/>
                    </a:lnTo>
                    <a:lnTo>
                      <a:pt x="15293" y="92070"/>
                    </a:ln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sp>
          <p:nvSpPr>
            <p:cNvPr id="261" name="Google Shape;261;p51"/>
            <p:cNvSpPr/>
            <p:nvPr/>
          </p:nvSpPr>
          <p:spPr>
            <a:xfrm>
              <a:off x="11108585" y="665040"/>
              <a:ext cx="318274" cy="210981"/>
            </a:xfrm>
            <a:custGeom>
              <a:avLst/>
              <a:gdLst/>
              <a:ahLst/>
              <a:cxnLst/>
              <a:rect l="l" t="t" r="r" b="b"/>
              <a:pathLst>
                <a:path w="318274" h="210981" extrusionOk="0">
                  <a:moveTo>
                    <a:pt x="233439" y="7504"/>
                  </a:moveTo>
                  <a:cubicBezTo>
                    <a:pt x="208335" y="7504"/>
                    <a:pt x="186694" y="20492"/>
                    <a:pt x="175152" y="38964"/>
                  </a:cubicBezTo>
                  <a:lnTo>
                    <a:pt x="175152" y="0"/>
                  </a:lnTo>
                  <a:lnTo>
                    <a:pt x="142545" y="0"/>
                  </a:lnTo>
                  <a:lnTo>
                    <a:pt x="142545" y="94956"/>
                  </a:lnTo>
                  <a:cubicBezTo>
                    <a:pt x="142545" y="127570"/>
                    <a:pt x="118307" y="151237"/>
                    <a:pt x="87720" y="151237"/>
                  </a:cubicBezTo>
                  <a:cubicBezTo>
                    <a:pt x="56845" y="151237"/>
                    <a:pt x="32895" y="127570"/>
                    <a:pt x="32895" y="94956"/>
                  </a:cubicBezTo>
                  <a:cubicBezTo>
                    <a:pt x="32895" y="62342"/>
                    <a:pt x="57134" y="38386"/>
                    <a:pt x="87720" y="38386"/>
                  </a:cubicBezTo>
                  <a:cubicBezTo>
                    <a:pt x="103879" y="38386"/>
                    <a:pt x="118307" y="45025"/>
                    <a:pt x="128406" y="56281"/>
                  </a:cubicBezTo>
                  <a:lnTo>
                    <a:pt x="128406" y="23090"/>
                  </a:lnTo>
                  <a:cubicBezTo>
                    <a:pt x="116575" y="13565"/>
                    <a:pt x="101282" y="7504"/>
                    <a:pt x="84546" y="7504"/>
                  </a:cubicBezTo>
                  <a:cubicBezTo>
                    <a:pt x="34049" y="7504"/>
                    <a:pt x="0" y="46179"/>
                    <a:pt x="0" y="94667"/>
                  </a:cubicBezTo>
                  <a:cubicBezTo>
                    <a:pt x="0" y="143155"/>
                    <a:pt x="34049" y="181542"/>
                    <a:pt x="84546" y="181542"/>
                  </a:cubicBezTo>
                  <a:cubicBezTo>
                    <a:pt x="109650" y="181542"/>
                    <a:pt x="131292" y="168843"/>
                    <a:pt x="142834" y="150371"/>
                  </a:cubicBezTo>
                  <a:lnTo>
                    <a:pt x="142834" y="210981"/>
                  </a:lnTo>
                  <a:lnTo>
                    <a:pt x="176017" y="210981"/>
                  </a:lnTo>
                  <a:lnTo>
                    <a:pt x="176017" y="90049"/>
                  </a:lnTo>
                  <a:lnTo>
                    <a:pt x="176017" y="90049"/>
                  </a:lnTo>
                  <a:cubicBezTo>
                    <a:pt x="178037" y="59744"/>
                    <a:pt x="201410" y="37809"/>
                    <a:pt x="230843" y="37809"/>
                  </a:cubicBezTo>
                  <a:cubicBezTo>
                    <a:pt x="261718" y="37809"/>
                    <a:pt x="285668" y="61765"/>
                    <a:pt x="285668" y="94379"/>
                  </a:cubicBezTo>
                  <a:cubicBezTo>
                    <a:pt x="285668" y="126993"/>
                    <a:pt x="261429" y="150660"/>
                    <a:pt x="230843" y="150660"/>
                  </a:cubicBezTo>
                  <a:cubicBezTo>
                    <a:pt x="214683" y="150660"/>
                    <a:pt x="200544" y="144021"/>
                    <a:pt x="190734" y="133342"/>
                  </a:cubicBezTo>
                  <a:lnTo>
                    <a:pt x="190734" y="166822"/>
                  </a:lnTo>
                  <a:cubicBezTo>
                    <a:pt x="202276" y="175770"/>
                    <a:pt x="217281" y="181542"/>
                    <a:pt x="234017" y="181542"/>
                  </a:cubicBezTo>
                  <a:cubicBezTo>
                    <a:pt x="284225" y="181542"/>
                    <a:pt x="318274" y="143155"/>
                    <a:pt x="318274" y="94667"/>
                  </a:cubicBezTo>
                  <a:cubicBezTo>
                    <a:pt x="317697" y="46179"/>
                    <a:pt x="283359" y="7504"/>
                    <a:pt x="233439" y="7504"/>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Фото 3">
  <p:cSld name="Фото 3">
    <p:spTree>
      <p:nvGrpSpPr>
        <p:cNvPr id="1" name="Shape 476"/>
        <p:cNvGrpSpPr/>
        <p:nvPr/>
      </p:nvGrpSpPr>
      <p:grpSpPr>
        <a:xfrm>
          <a:off x="0" y="0"/>
          <a:ext cx="0" cy="0"/>
          <a:chOff x="0" y="0"/>
          <a:chExt cx="0" cy="0"/>
        </a:xfrm>
      </p:grpSpPr>
      <p:sp>
        <p:nvSpPr>
          <p:cNvPr id="477" name="Google Shape;477;p58"/>
          <p:cNvSpPr txBox="1">
            <a:spLocks noGrp="1"/>
          </p:cNvSpPr>
          <p:nvPr>
            <p:ph type="title"/>
          </p:nvPr>
        </p:nvSpPr>
        <p:spPr>
          <a:xfrm>
            <a:off x="559572" y="359101"/>
            <a:ext cx="9199890" cy="523220"/>
          </a:xfrm>
          <a:prstGeom prst="rect">
            <a:avLst/>
          </a:prstGeom>
          <a:noFill/>
          <a:ln>
            <a:noFill/>
          </a:ln>
        </p:spPr>
        <p:txBody>
          <a:bodyPr spcFirstLastPara="1" wrap="square" lIns="91425" tIns="45700" rIns="91425" bIns="45700" anchor="t" anchorCtr="0">
            <a:spAutoFit/>
          </a:bodyPr>
          <a:lstStyle>
            <a:lvl1pPr marR="0" lvl="0" algn="l" rtl="0">
              <a:lnSpc>
                <a:spcPct val="100000"/>
              </a:lnSpc>
              <a:spcBef>
                <a:spcPts val="0"/>
              </a:spcBef>
              <a:spcAft>
                <a:spcPts val="0"/>
              </a:spcAft>
              <a:buClr>
                <a:schemeClr val="accent1"/>
              </a:buClr>
              <a:buSzPts val="2800"/>
              <a:buFont typeface="Montserrat"/>
              <a:buNone/>
              <a:defRPr sz="2800" b="1" i="0" u="none" strike="noStrike" cap="none">
                <a:solidFill>
                  <a:schemeClr val="accent1"/>
                </a:solidFill>
                <a:latin typeface="Montserrat"/>
                <a:ea typeface="Montserrat"/>
                <a:cs typeface="Montserrat"/>
                <a:sym typeface="Montserra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78" name="Google Shape;478;p58"/>
          <p:cNvSpPr/>
          <p:nvPr/>
        </p:nvSpPr>
        <p:spPr>
          <a:xfrm>
            <a:off x="11641138" y="6453188"/>
            <a:ext cx="41549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fld id="{00000000-1234-1234-1234-123412341234}" type="slidenum">
              <a:rPr lang="ru-RU" sz="1400">
                <a:solidFill>
                  <a:srgbClr val="8F9092"/>
                </a:solidFill>
                <a:latin typeface="Montserrat"/>
                <a:ea typeface="Montserrat"/>
                <a:cs typeface="Montserrat"/>
                <a:sym typeface="Montserrat"/>
              </a:rPr>
              <a:t>‹#›</a:t>
            </a:fld>
            <a:endParaRPr sz="1400">
              <a:solidFill>
                <a:srgbClr val="8F9092"/>
              </a:solidFill>
              <a:latin typeface="Montserrat"/>
              <a:ea typeface="Montserrat"/>
              <a:cs typeface="Montserrat"/>
              <a:sym typeface="Montserrat"/>
            </a:endParaRPr>
          </a:p>
        </p:txBody>
      </p:sp>
      <p:sp>
        <p:nvSpPr>
          <p:cNvPr id="479" name="Google Shape;479;p58"/>
          <p:cNvSpPr>
            <a:spLocks noGrp="1"/>
          </p:cNvSpPr>
          <p:nvPr>
            <p:ph type="pic" idx="2"/>
          </p:nvPr>
        </p:nvSpPr>
        <p:spPr>
          <a:xfrm>
            <a:off x="558800" y="1655071"/>
            <a:ext cx="3442670" cy="1425600"/>
          </a:xfrm>
          <a:prstGeom prst="roundRect">
            <a:avLst>
              <a:gd name="adj" fmla="val 5977"/>
            </a:avLst>
          </a:prstGeom>
          <a:noFill/>
          <a:ln>
            <a:noFill/>
          </a:ln>
        </p:spPr>
      </p:sp>
      <p:sp>
        <p:nvSpPr>
          <p:cNvPr id="480" name="Google Shape;480;p58"/>
          <p:cNvSpPr txBox="1">
            <a:spLocks noGrp="1"/>
          </p:cNvSpPr>
          <p:nvPr>
            <p:ph type="body" idx="1"/>
          </p:nvPr>
        </p:nvSpPr>
        <p:spPr>
          <a:xfrm>
            <a:off x="559572" y="3429000"/>
            <a:ext cx="2549388" cy="338554"/>
          </a:xfrm>
          <a:prstGeom prst="rect">
            <a:avLst/>
          </a:prstGeom>
          <a:noFill/>
          <a:ln>
            <a:noFill/>
          </a:ln>
        </p:spPr>
        <p:txBody>
          <a:bodyPr spcFirstLastPara="1" wrap="square" lIns="91425" tIns="45700" rIns="91425" bIns="45700" anchor="t" anchorCtr="0">
            <a:spAutoFit/>
          </a:bodyPr>
          <a:lstStyle>
            <a:lvl1pPr marL="457200" marR="0" lvl="0" indent="-228600" algn="l" rtl="0">
              <a:lnSpc>
                <a:spcPct val="100000"/>
              </a:lnSpc>
              <a:spcBef>
                <a:spcPts val="0"/>
              </a:spcBef>
              <a:spcAft>
                <a:spcPts val="0"/>
              </a:spcAft>
              <a:buClr>
                <a:schemeClr val="accent2"/>
              </a:buClr>
              <a:buSzPts val="1600"/>
              <a:buFont typeface="Arial"/>
              <a:buNone/>
              <a:defRPr sz="1600" b="1" i="0" u="none" strike="noStrike" cap="none">
                <a:solidFill>
                  <a:schemeClr val="accent2"/>
                </a:solidFill>
                <a:latin typeface="Montserrat"/>
                <a:ea typeface="Montserrat"/>
                <a:cs typeface="Montserrat"/>
                <a:sym typeface="Montserrat"/>
              </a:defRPr>
            </a:lvl1pPr>
            <a:lvl2pPr marL="914400" marR="0" lvl="1" indent="-317500" algn="l" rtl="0">
              <a:lnSpc>
                <a:spcPct val="100000"/>
              </a:lnSpc>
              <a:spcBef>
                <a:spcPts val="600"/>
              </a:spcBef>
              <a:spcAft>
                <a:spcPts val="0"/>
              </a:spcAft>
              <a:buClr>
                <a:srgbClr val="222A3F"/>
              </a:buClr>
              <a:buSzPts val="1400"/>
              <a:buFont typeface="Arial"/>
              <a:buChar char="•"/>
              <a:defRPr sz="1400" b="0" i="0" u="none" strike="noStrike" cap="none">
                <a:solidFill>
                  <a:srgbClr val="222A3F"/>
                </a:solidFill>
                <a:latin typeface="Montserrat"/>
                <a:ea typeface="Montserrat"/>
                <a:cs typeface="Montserrat"/>
                <a:sym typeface="Montserrat"/>
              </a:defRPr>
            </a:lvl2pPr>
            <a:lvl3pPr marL="1371600" marR="0" lvl="2" indent="-355600" algn="l" rtl="0">
              <a:lnSpc>
                <a:spcPct val="90000"/>
              </a:lnSpc>
              <a:spcBef>
                <a:spcPts val="600"/>
              </a:spcBef>
              <a:spcAft>
                <a:spcPts val="0"/>
              </a:spcAft>
              <a:buClr>
                <a:schemeClr val="dk1"/>
              </a:buClr>
              <a:buSzPts val="2000"/>
              <a:buFont typeface="Arial"/>
              <a:buChar char="•"/>
              <a:defRPr sz="2000" b="0" i="0" u="none" strike="noStrike" cap="none">
                <a:solidFill>
                  <a:schemeClr val="dk1"/>
                </a:solidFill>
                <a:latin typeface="Montserrat"/>
                <a:ea typeface="Montserrat"/>
                <a:cs typeface="Montserrat"/>
                <a:sym typeface="Montserra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9pPr>
          </a:lstStyle>
          <a:p>
            <a:endParaRPr/>
          </a:p>
        </p:txBody>
      </p:sp>
      <p:sp>
        <p:nvSpPr>
          <p:cNvPr id="481" name="Google Shape;481;p58"/>
          <p:cNvSpPr txBox="1">
            <a:spLocks noGrp="1"/>
          </p:cNvSpPr>
          <p:nvPr>
            <p:ph type="body" idx="3"/>
          </p:nvPr>
        </p:nvSpPr>
        <p:spPr>
          <a:xfrm>
            <a:off x="559572" y="4108740"/>
            <a:ext cx="2549388" cy="307777"/>
          </a:xfrm>
          <a:prstGeom prst="rect">
            <a:avLst/>
          </a:prstGeom>
          <a:noFill/>
          <a:ln>
            <a:noFill/>
          </a:ln>
        </p:spPr>
        <p:txBody>
          <a:bodyPr spcFirstLastPara="1" wrap="square" lIns="91425" tIns="45700" rIns="91425" bIns="45700" anchor="t" anchorCtr="0">
            <a:spAutoFit/>
          </a:bodyPr>
          <a:lstStyle>
            <a:lvl1pPr marL="457200" marR="0" lvl="0" indent="-2286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Montserrat"/>
                <a:ea typeface="Montserrat"/>
                <a:cs typeface="Montserrat"/>
                <a:sym typeface="Montserrat"/>
              </a:defRPr>
            </a:lvl1pPr>
            <a:lvl2pPr marL="914400" marR="0" lvl="1" indent="-381000" algn="l" rtl="0">
              <a:lnSpc>
                <a:spcPct val="90000"/>
              </a:lnSpc>
              <a:spcBef>
                <a:spcPts val="600"/>
              </a:spcBef>
              <a:spcAft>
                <a:spcPts val="0"/>
              </a:spcAft>
              <a:buClr>
                <a:schemeClr val="dk1"/>
              </a:buClr>
              <a:buSzPts val="2400"/>
              <a:buFont typeface="Arial"/>
              <a:buChar char="•"/>
              <a:defRPr sz="2400" b="0" i="0" u="none" strike="noStrike" cap="none">
                <a:solidFill>
                  <a:schemeClr val="dk1"/>
                </a:solidFill>
                <a:latin typeface="Montserrat"/>
                <a:ea typeface="Montserrat"/>
                <a:cs typeface="Montserrat"/>
                <a:sym typeface="Montserrat"/>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Montserrat"/>
                <a:ea typeface="Montserrat"/>
                <a:cs typeface="Montserrat"/>
                <a:sym typeface="Montserra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9pPr>
          </a:lstStyle>
          <a:p>
            <a:endParaRPr/>
          </a:p>
        </p:txBody>
      </p:sp>
      <p:grpSp>
        <p:nvGrpSpPr>
          <p:cNvPr id="482" name="Google Shape;482;p58"/>
          <p:cNvGrpSpPr/>
          <p:nvPr/>
        </p:nvGrpSpPr>
        <p:grpSpPr>
          <a:xfrm>
            <a:off x="10376966" y="276558"/>
            <a:ext cx="1255918" cy="600040"/>
            <a:chOff x="10376966" y="276558"/>
            <a:chExt cx="1255918" cy="600040"/>
          </a:xfrm>
        </p:grpSpPr>
        <p:grpSp>
          <p:nvGrpSpPr>
            <p:cNvPr id="483" name="Google Shape;483;p58"/>
            <p:cNvGrpSpPr/>
            <p:nvPr/>
          </p:nvGrpSpPr>
          <p:grpSpPr>
            <a:xfrm>
              <a:off x="10376966" y="276558"/>
              <a:ext cx="472032" cy="496714"/>
              <a:chOff x="10376966" y="276558"/>
              <a:chExt cx="472032" cy="496714"/>
            </a:xfrm>
          </p:grpSpPr>
          <p:grpSp>
            <p:nvGrpSpPr>
              <p:cNvPr id="484" name="Google Shape;484;p58"/>
              <p:cNvGrpSpPr/>
              <p:nvPr/>
            </p:nvGrpSpPr>
            <p:grpSpPr>
              <a:xfrm>
                <a:off x="10376966" y="413364"/>
                <a:ext cx="472032" cy="359908"/>
                <a:chOff x="10376966" y="413364"/>
                <a:chExt cx="472032" cy="359908"/>
              </a:xfrm>
            </p:grpSpPr>
            <p:grpSp>
              <p:nvGrpSpPr>
                <p:cNvPr id="485" name="Google Shape;485;p58"/>
                <p:cNvGrpSpPr/>
                <p:nvPr/>
              </p:nvGrpSpPr>
              <p:grpSpPr>
                <a:xfrm>
                  <a:off x="10376966" y="413364"/>
                  <a:ext cx="472032" cy="359908"/>
                  <a:chOff x="10376966" y="413364"/>
                  <a:chExt cx="472032" cy="359908"/>
                </a:xfrm>
              </p:grpSpPr>
              <p:grpSp>
                <p:nvGrpSpPr>
                  <p:cNvPr id="486" name="Google Shape;486;p58"/>
                  <p:cNvGrpSpPr/>
                  <p:nvPr/>
                </p:nvGrpSpPr>
                <p:grpSpPr>
                  <a:xfrm>
                    <a:off x="10452557" y="413364"/>
                    <a:ext cx="320303" cy="359908"/>
                    <a:chOff x="10452557" y="413364"/>
                    <a:chExt cx="320303" cy="359908"/>
                  </a:xfrm>
                </p:grpSpPr>
                <p:sp>
                  <p:nvSpPr>
                    <p:cNvPr id="487" name="Google Shape;487;p58"/>
                    <p:cNvSpPr/>
                    <p:nvPr/>
                  </p:nvSpPr>
                  <p:spPr>
                    <a:xfrm>
                      <a:off x="10677775" y="438474"/>
                      <a:ext cx="79063" cy="152679"/>
                    </a:xfrm>
                    <a:custGeom>
                      <a:avLst/>
                      <a:gdLst/>
                      <a:ahLst/>
                      <a:cxnLst/>
                      <a:rect l="l" t="t" r="r" b="b"/>
                      <a:pathLst>
                        <a:path w="79063" h="152679" extrusionOk="0">
                          <a:moveTo>
                            <a:pt x="25104" y="134208"/>
                          </a:moveTo>
                          <a:cubicBezTo>
                            <a:pt x="49054" y="88895"/>
                            <a:pt x="67810" y="41273"/>
                            <a:pt x="79064" y="1443"/>
                          </a:cubicBezTo>
                          <a:cubicBezTo>
                            <a:pt x="74735" y="866"/>
                            <a:pt x="70407" y="577"/>
                            <a:pt x="65790" y="0"/>
                          </a:cubicBezTo>
                          <a:cubicBezTo>
                            <a:pt x="54825" y="37521"/>
                            <a:pt x="37223" y="83123"/>
                            <a:pt x="13562" y="128147"/>
                          </a:cubicBezTo>
                          <a:cubicBezTo>
                            <a:pt x="9234" y="136517"/>
                            <a:pt x="4617" y="144599"/>
                            <a:pt x="0" y="152680"/>
                          </a:cubicBezTo>
                          <a:cubicBezTo>
                            <a:pt x="6348" y="150660"/>
                            <a:pt x="12696" y="148351"/>
                            <a:pt x="19045" y="146042"/>
                          </a:cubicBezTo>
                          <a:cubicBezTo>
                            <a:pt x="20776" y="142001"/>
                            <a:pt x="22796" y="137960"/>
                            <a:pt x="25104" y="134208"/>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488" name="Google Shape;488;p58"/>
                    <p:cNvSpPr/>
                    <p:nvPr/>
                  </p:nvSpPr>
                  <p:spPr>
                    <a:xfrm>
                      <a:off x="10466265" y="467913"/>
                      <a:ext cx="77043" cy="153257"/>
                    </a:xfrm>
                    <a:custGeom>
                      <a:avLst/>
                      <a:gdLst/>
                      <a:ahLst/>
                      <a:cxnLst/>
                      <a:rect l="l" t="t" r="r" b="b"/>
                      <a:pathLst>
                        <a:path w="77043" h="153257" extrusionOk="0">
                          <a:moveTo>
                            <a:pt x="68387" y="15874"/>
                          </a:moveTo>
                          <a:cubicBezTo>
                            <a:pt x="71273" y="10390"/>
                            <a:pt x="74158" y="5195"/>
                            <a:pt x="77044" y="0"/>
                          </a:cubicBezTo>
                          <a:cubicBezTo>
                            <a:pt x="70695" y="2020"/>
                            <a:pt x="64636" y="4041"/>
                            <a:pt x="58576" y="6061"/>
                          </a:cubicBezTo>
                          <a:cubicBezTo>
                            <a:pt x="57999" y="7215"/>
                            <a:pt x="57134" y="8370"/>
                            <a:pt x="56556" y="9813"/>
                          </a:cubicBezTo>
                          <a:cubicBezTo>
                            <a:pt x="30010" y="60033"/>
                            <a:pt x="10965" y="109098"/>
                            <a:pt x="0" y="152391"/>
                          </a:cubicBezTo>
                          <a:cubicBezTo>
                            <a:pt x="4328" y="152680"/>
                            <a:pt x="8657" y="152969"/>
                            <a:pt x="13273" y="153257"/>
                          </a:cubicBezTo>
                          <a:cubicBezTo>
                            <a:pt x="23950" y="112850"/>
                            <a:pt x="41840" y="65805"/>
                            <a:pt x="68387" y="15874"/>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nvGrpSpPr>
                    <p:cNvPr id="489" name="Google Shape;489;p58"/>
                    <p:cNvGrpSpPr/>
                    <p:nvPr/>
                  </p:nvGrpSpPr>
                  <p:grpSpPr>
                    <a:xfrm>
                      <a:off x="10452557" y="413364"/>
                      <a:ext cx="320303" cy="223391"/>
                      <a:chOff x="10452557" y="413364"/>
                      <a:chExt cx="320303" cy="223391"/>
                    </a:xfrm>
                  </p:grpSpPr>
                  <p:sp>
                    <p:nvSpPr>
                      <p:cNvPr id="490" name="Google Shape;490;p58"/>
                      <p:cNvSpPr/>
                      <p:nvPr/>
                    </p:nvSpPr>
                    <p:spPr>
                      <a:xfrm>
                        <a:off x="10503200" y="546706"/>
                        <a:ext cx="161301" cy="87163"/>
                      </a:xfrm>
                      <a:custGeom>
                        <a:avLst/>
                        <a:gdLst/>
                        <a:ahLst/>
                        <a:cxnLst/>
                        <a:rect l="l" t="t" r="r" b="b"/>
                        <a:pathLst>
                          <a:path w="161301" h="87163" extrusionOk="0">
                            <a:moveTo>
                              <a:pt x="5771" y="0"/>
                            </a:moveTo>
                            <a:cubicBezTo>
                              <a:pt x="3751" y="4618"/>
                              <a:pt x="1731" y="9236"/>
                              <a:pt x="0" y="13854"/>
                            </a:cubicBezTo>
                            <a:cubicBezTo>
                              <a:pt x="19044" y="30882"/>
                              <a:pt x="42706" y="46756"/>
                              <a:pt x="69830" y="60033"/>
                            </a:cubicBezTo>
                            <a:cubicBezTo>
                              <a:pt x="97819" y="73598"/>
                              <a:pt x="126386" y="82834"/>
                              <a:pt x="153222" y="87163"/>
                            </a:cubicBezTo>
                            <a:cubicBezTo>
                              <a:pt x="156107" y="83123"/>
                              <a:pt x="158704" y="78793"/>
                              <a:pt x="161301" y="74464"/>
                            </a:cubicBezTo>
                            <a:cubicBezTo>
                              <a:pt x="134177" y="71001"/>
                              <a:pt x="104456" y="61765"/>
                              <a:pt x="75601" y="47622"/>
                            </a:cubicBezTo>
                            <a:cubicBezTo>
                              <a:pt x="48477" y="34346"/>
                              <a:pt x="24527" y="17606"/>
                              <a:pt x="5771" y="0"/>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491" name="Google Shape;491;p58"/>
                      <p:cNvSpPr/>
                      <p:nvPr/>
                    </p:nvSpPr>
                    <p:spPr>
                      <a:xfrm>
                        <a:off x="10452557" y="413364"/>
                        <a:ext cx="320303" cy="223391"/>
                      </a:xfrm>
                      <a:custGeom>
                        <a:avLst/>
                        <a:gdLst/>
                        <a:ahLst/>
                        <a:cxnLst/>
                        <a:rect l="l" t="t" r="r" b="b"/>
                        <a:pathLst>
                          <a:path w="320303" h="223391" extrusionOk="0">
                            <a:moveTo>
                              <a:pt x="297068" y="105346"/>
                            </a:moveTo>
                            <a:cubicBezTo>
                              <a:pt x="275426" y="76484"/>
                              <a:pt x="240800" y="49643"/>
                              <a:pt x="200114" y="30016"/>
                            </a:cubicBezTo>
                            <a:cubicBezTo>
                              <a:pt x="160582" y="10679"/>
                              <a:pt x="119319" y="0"/>
                              <a:pt x="83827" y="0"/>
                            </a:cubicBezTo>
                            <a:cubicBezTo>
                              <a:pt x="44584" y="0"/>
                              <a:pt x="16883" y="12699"/>
                              <a:pt x="5341" y="36077"/>
                            </a:cubicBezTo>
                            <a:cubicBezTo>
                              <a:pt x="-8799" y="64939"/>
                              <a:pt x="5918" y="102749"/>
                              <a:pt x="40256" y="137383"/>
                            </a:cubicBezTo>
                            <a:cubicBezTo>
                              <a:pt x="42275" y="132765"/>
                              <a:pt x="44007" y="127859"/>
                              <a:pt x="46027" y="123241"/>
                            </a:cubicBezTo>
                            <a:cubicBezTo>
                              <a:pt x="19191" y="94379"/>
                              <a:pt x="7072" y="63785"/>
                              <a:pt x="17460" y="42138"/>
                            </a:cubicBezTo>
                            <a:cubicBezTo>
                              <a:pt x="26116" y="24244"/>
                              <a:pt x="50355" y="13854"/>
                              <a:pt x="83538" y="13854"/>
                            </a:cubicBezTo>
                            <a:cubicBezTo>
                              <a:pt x="117011" y="13854"/>
                              <a:pt x="156254" y="23955"/>
                              <a:pt x="193766" y="42427"/>
                            </a:cubicBezTo>
                            <a:cubicBezTo>
                              <a:pt x="232432" y="61476"/>
                              <a:pt x="265038" y="86586"/>
                              <a:pt x="285526" y="113716"/>
                            </a:cubicBezTo>
                            <a:cubicBezTo>
                              <a:pt x="304859" y="139403"/>
                              <a:pt x="310918" y="163359"/>
                              <a:pt x="302262" y="181253"/>
                            </a:cubicBezTo>
                            <a:cubicBezTo>
                              <a:pt x="293605" y="199148"/>
                              <a:pt x="269367" y="209538"/>
                              <a:pt x="236183" y="209538"/>
                            </a:cubicBezTo>
                            <a:cubicBezTo>
                              <a:pt x="233009" y="209538"/>
                              <a:pt x="229546" y="209249"/>
                              <a:pt x="226372" y="209249"/>
                            </a:cubicBezTo>
                            <a:cubicBezTo>
                              <a:pt x="223487" y="213579"/>
                              <a:pt x="220890" y="218197"/>
                              <a:pt x="218004" y="222526"/>
                            </a:cubicBezTo>
                            <a:cubicBezTo>
                              <a:pt x="224064" y="223103"/>
                              <a:pt x="230123" y="223392"/>
                              <a:pt x="236183" y="223392"/>
                            </a:cubicBezTo>
                            <a:cubicBezTo>
                              <a:pt x="275426" y="223392"/>
                              <a:pt x="303127" y="210692"/>
                              <a:pt x="314670" y="187314"/>
                            </a:cubicBezTo>
                            <a:cubicBezTo>
                              <a:pt x="326212" y="164513"/>
                              <a:pt x="319863" y="135651"/>
                              <a:pt x="297068" y="105346"/>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sp>
                  <p:nvSpPr>
                    <p:cNvPr id="492" name="Google Shape;492;p58"/>
                    <p:cNvSpPr/>
                    <p:nvPr/>
                  </p:nvSpPr>
                  <p:spPr>
                    <a:xfrm>
                      <a:off x="10454912" y="602121"/>
                      <a:ext cx="230941" cy="171151"/>
                    </a:xfrm>
                    <a:custGeom>
                      <a:avLst/>
                      <a:gdLst/>
                      <a:ahLst/>
                      <a:cxnLst/>
                      <a:rect l="l" t="t" r="r" b="b"/>
                      <a:pathLst>
                        <a:path w="230941" h="171151" extrusionOk="0">
                          <a:moveTo>
                            <a:pt x="211897" y="6350"/>
                          </a:moveTo>
                          <a:cubicBezTo>
                            <a:pt x="157072" y="95245"/>
                            <a:pt x="91282" y="158164"/>
                            <a:pt x="49731" y="158164"/>
                          </a:cubicBezTo>
                          <a:cubicBezTo>
                            <a:pt x="44248" y="158164"/>
                            <a:pt x="39343" y="157009"/>
                            <a:pt x="35014" y="154700"/>
                          </a:cubicBezTo>
                          <a:cubicBezTo>
                            <a:pt x="12507" y="142867"/>
                            <a:pt x="6448" y="96976"/>
                            <a:pt x="21164" y="32325"/>
                          </a:cubicBezTo>
                          <a:cubicBezTo>
                            <a:pt x="16547" y="32037"/>
                            <a:pt x="12219" y="31748"/>
                            <a:pt x="7890" y="31460"/>
                          </a:cubicBezTo>
                          <a:cubicBezTo>
                            <a:pt x="-7114" y="99285"/>
                            <a:pt x="-1055" y="150660"/>
                            <a:pt x="28955" y="166245"/>
                          </a:cubicBezTo>
                          <a:cubicBezTo>
                            <a:pt x="35014" y="169420"/>
                            <a:pt x="42228" y="171152"/>
                            <a:pt x="49731" y="171152"/>
                          </a:cubicBezTo>
                          <a:cubicBezTo>
                            <a:pt x="99073" y="171152"/>
                            <a:pt x="171212" y="102171"/>
                            <a:pt x="230942" y="0"/>
                          </a:cubicBezTo>
                          <a:cubicBezTo>
                            <a:pt x="224882" y="2598"/>
                            <a:pt x="218534" y="4618"/>
                            <a:pt x="211897" y="6350"/>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grpSp>
                <p:nvGrpSpPr>
                  <p:cNvPr id="493" name="Google Shape;493;p58"/>
                  <p:cNvGrpSpPr/>
                  <p:nvPr/>
                </p:nvGrpSpPr>
                <p:grpSpPr>
                  <a:xfrm>
                    <a:off x="10376966" y="420579"/>
                    <a:ext cx="472032" cy="208672"/>
                    <a:chOff x="10376966" y="420579"/>
                    <a:chExt cx="472032" cy="208672"/>
                  </a:xfrm>
                </p:grpSpPr>
                <p:sp>
                  <p:nvSpPr>
                    <p:cNvPr id="494" name="Google Shape;494;p58"/>
                    <p:cNvSpPr/>
                    <p:nvPr/>
                  </p:nvSpPr>
                  <p:spPr>
                    <a:xfrm>
                      <a:off x="10598134" y="557962"/>
                      <a:ext cx="157550" cy="57723"/>
                    </a:xfrm>
                    <a:custGeom>
                      <a:avLst/>
                      <a:gdLst/>
                      <a:ahLst/>
                      <a:cxnLst/>
                      <a:rect l="l" t="t" r="r" b="b"/>
                      <a:pathLst>
                        <a:path w="157550" h="57723" extrusionOk="0">
                          <a:moveTo>
                            <a:pt x="32029" y="42138"/>
                          </a:moveTo>
                          <a:cubicBezTo>
                            <a:pt x="21353" y="44736"/>
                            <a:pt x="10676" y="46756"/>
                            <a:pt x="0" y="48777"/>
                          </a:cubicBezTo>
                          <a:cubicBezTo>
                            <a:pt x="8657" y="52240"/>
                            <a:pt x="17025" y="55126"/>
                            <a:pt x="25393" y="57724"/>
                          </a:cubicBezTo>
                          <a:cubicBezTo>
                            <a:pt x="28567" y="57147"/>
                            <a:pt x="31741" y="56281"/>
                            <a:pt x="34915" y="55704"/>
                          </a:cubicBezTo>
                          <a:cubicBezTo>
                            <a:pt x="80218" y="45313"/>
                            <a:pt x="122346" y="30594"/>
                            <a:pt x="157550" y="13276"/>
                          </a:cubicBezTo>
                          <a:cubicBezTo>
                            <a:pt x="156684" y="8947"/>
                            <a:pt x="155530" y="4618"/>
                            <a:pt x="153799" y="0"/>
                          </a:cubicBezTo>
                          <a:cubicBezTo>
                            <a:pt x="119461" y="17029"/>
                            <a:pt x="77332" y="31748"/>
                            <a:pt x="32029" y="42138"/>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495" name="Google Shape;495;p58"/>
                    <p:cNvSpPr/>
                    <p:nvPr/>
                  </p:nvSpPr>
                  <p:spPr>
                    <a:xfrm>
                      <a:off x="10464534" y="437319"/>
                      <a:ext cx="149759" cy="57723"/>
                    </a:xfrm>
                    <a:custGeom>
                      <a:avLst/>
                      <a:gdLst/>
                      <a:ahLst/>
                      <a:cxnLst/>
                      <a:rect l="l" t="t" r="r" b="b"/>
                      <a:pathLst>
                        <a:path w="149759" h="57723" extrusionOk="0">
                          <a:moveTo>
                            <a:pt x="0" y="44159"/>
                          </a:moveTo>
                          <a:cubicBezTo>
                            <a:pt x="577" y="48488"/>
                            <a:pt x="1731" y="53106"/>
                            <a:pt x="3174" y="57724"/>
                          </a:cubicBezTo>
                          <a:cubicBezTo>
                            <a:pt x="36646" y="40407"/>
                            <a:pt x="79929" y="24244"/>
                            <a:pt x="131003" y="12411"/>
                          </a:cubicBezTo>
                          <a:cubicBezTo>
                            <a:pt x="137351" y="10968"/>
                            <a:pt x="143411" y="9524"/>
                            <a:pt x="149759" y="8370"/>
                          </a:cubicBezTo>
                          <a:cubicBezTo>
                            <a:pt x="140814" y="5195"/>
                            <a:pt x="132157" y="2309"/>
                            <a:pt x="123501" y="0"/>
                          </a:cubicBezTo>
                          <a:cubicBezTo>
                            <a:pt x="76178" y="11545"/>
                            <a:pt x="34049" y="26842"/>
                            <a:pt x="0" y="44159"/>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496" name="Google Shape;496;p58"/>
                    <p:cNvSpPr/>
                    <p:nvPr/>
                  </p:nvSpPr>
                  <p:spPr>
                    <a:xfrm>
                      <a:off x="10376966" y="488405"/>
                      <a:ext cx="220302" cy="140846"/>
                    </a:xfrm>
                    <a:custGeom>
                      <a:avLst/>
                      <a:gdLst/>
                      <a:ahLst/>
                      <a:cxnLst/>
                      <a:rect l="l" t="t" r="r" b="b"/>
                      <a:pathLst>
                        <a:path w="220302" h="140846" extrusionOk="0">
                          <a:moveTo>
                            <a:pt x="196064" y="122375"/>
                          </a:moveTo>
                          <a:cubicBezTo>
                            <a:pt x="172403" y="125550"/>
                            <a:pt x="149318" y="127281"/>
                            <a:pt x="127966" y="127281"/>
                          </a:cubicBezTo>
                          <a:cubicBezTo>
                            <a:pt x="63330" y="127281"/>
                            <a:pt x="19758" y="112273"/>
                            <a:pt x="14276" y="88029"/>
                          </a:cubicBezTo>
                          <a:cubicBezTo>
                            <a:pt x="9659" y="67537"/>
                            <a:pt x="33320" y="39541"/>
                            <a:pt x="78623" y="13565"/>
                          </a:cubicBezTo>
                          <a:cubicBezTo>
                            <a:pt x="76892" y="8947"/>
                            <a:pt x="75737" y="4618"/>
                            <a:pt x="74872" y="0"/>
                          </a:cubicBezTo>
                          <a:cubicBezTo>
                            <a:pt x="23509" y="28862"/>
                            <a:pt x="-5923" y="62053"/>
                            <a:pt x="1002" y="90915"/>
                          </a:cubicBezTo>
                          <a:cubicBezTo>
                            <a:pt x="8505" y="122663"/>
                            <a:pt x="54673" y="140846"/>
                            <a:pt x="128254" y="140846"/>
                          </a:cubicBezTo>
                          <a:cubicBezTo>
                            <a:pt x="156821" y="140846"/>
                            <a:pt x="188273" y="137960"/>
                            <a:pt x="220303" y="132476"/>
                          </a:cubicBezTo>
                          <a:cubicBezTo>
                            <a:pt x="211934" y="129590"/>
                            <a:pt x="203855" y="126127"/>
                            <a:pt x="196064" y="122375"/>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497" name="Google Shape;497;p58"/>
                    <p:cNvSpPr/>
                    <p:nvPr/>
                  </p:nvSpPr>
                  <p:spPr>
                    <a:xfrm>
                      <a:off x="10615159" y="420579"/>
                      <a:ext cx="233839" cy="143732"/>
                    </a:xfrm>
                    <a:custGeom>
                      <a:avLst/>
                      <a:gdLst/>
                      <a:ahLst/>
                      <a:cxnLst/>
                      <a:rect l="l" t="t" r="r" b="b"/>
                      <a:pathLst>
                        <a:path w="233839" h="143732" extrusionOk="0">
                          <a:moveTo>
                            <a:pt x="232862" y="49931"/>
                          </a:moveTo>
                          <a:cubicBezTo>
                            <a:pt x="225649" y="18183"/>
                            <a:pt x="179191" y="0"/>
                            <a:pt x="105610" y="0"/>
                          </a:cubicBezTo>
                          <a:cubicBezTo>
                            <a:pt x="73004" y="0"/>
                            <a:pt x="36646" y="3752"/>
                            <a:pt x="0" y="10968"/>
                          </a:cubicBezTo>
                          <a:cubicBezTo>
                            <a:pt x="8080" y="13854"/>
                            <a:pt x="16159" y="17029"/>
                            <a:pt x="24238" y="20492"/>
                          </a:cubicBezTo>
                          <a:cubicBezTo>
                            <a:pt x="52517" y="15874"/>
                            <a:pt x="80218" y="13565"/>
                            <a:pt x="105610" y="13565"/>
                          </a:cubicBezTo>
                          <a:cubicBezTo>
                            <a:pt x="170246" y="13565"/>
                            <a:pt x="213818" y="28573"/>
                            <a:pt x="219300" y="52817"/>
                          </a:cubicBezTo>
                          <a:cubicBezTo>
                            <a:pt x="223629" y="71289"/>
                            <a:pt x="205161" y="95533"/>
                            <a:pt x="168804" y="118911"/>
                          </a:cubicBezTo>
                          <a:cubicBezTo>
                            <a:pt x="162455" y="122952"/>
                            <a:pt x="155819" y="126704"/>
                            <a:pt x="148893" y="130456"/>
                          </a:cubicBezTo>
                          <a:cubicBezTo>
                            <a:pt x="150625" y="135074"/>
                            <a:pt x="152068" y="139403"/>
                            <a:pt x="153222" y="143733"/>
                          </a:cubicBezTo>
                          <a:cubicBezTo>
                            <a:pt x="161301" y="139403"/>
                            <a:pt x="169092" y="134785"/>
                            <a:pt x="176306" y="130456"/>
                          </a:cubicBezTo>
                          <a:cubicBezTo>
                            <a:pt x="218723" y="103615"/>
                            <a:pt x="238633" y="74753"/>
                            <a:pt x="232862" y="49931"/>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grpSp>
            <p:sp>
              <p:nvSpPr>
                <p:cNvPr id="498" name="Google Shape;498;p58"/>
                <p:cNvSpPr/>
                <p:nvPr/>
              </p:nvSpPr>
              <p:spPr>
                <a:xfrm>
                  <a:off x="10571587" y="488116"/>
                  <a:ext cx="76178" cy="76195"/>
                </a:xfrm>
                <a:custGeom>
                  <a:avLst/>
                  <a:gdLst/>
                  <a:ahLst/>
                  <a:cxnLst/>
                  <a:rect l="l" t="t" r="r" b="b"/>
                  <a:pathLst>
                    <a:path w="76178" h="76195" extrusionOk="0">
                      <a:moveTo>
                        <a:pt x="76178" y="38098"/>
                      </a:moveTo>
                      <a:cubicBezTo>
                        <a:pt x="76178" y="59167"/>
                        <a:pt x="59153" y="76196"/>
                        <a:pt x="38089" y="76196"/>
                      </a:cubicBezTo>
                      <a:cubicBezTo>
                        <a:pt x="17025" y="76196"/>
                        <a:pt x="0" y="59167"/>
                        <a:pt x="0" y="38098"/>
                      </a:cubicBezTo>
                      <a:cubicBezTo>
                        <a:pt x="0" y="17029"/>
                        <a:pt x="17025" y="0"/>
                        <a:pt x="38089" y="0"/>
                      </a:cubicBezTo>
                      <a:cubicBezTo>
                        <a:pt x="59153" y="0"/>
                        <a:pt x="76178" y="17029"/>
                        <a:pt x="76178" y="38098"/>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grpSp>
            <p:nvGrpSpPr>
              <p:cNvPr id="499" name="Google Shape;499;p58"/>
              <p:cNvGrpSpPr/>
              <p:nvPr/>
            </p:nvGrpSpPr>
            <p:grpSpPr>
              <a:xfrm>
                <a:off x="10534652" y="276558"/>
                <a:ext cx="236032" cy="179521"/>
                <a:chOff x="10534652" y="276558"/>
                <a:chExt cx="236032" cy="179521"/>
              </a:xfrm>
            </p:grpSpPr>
            <p:sp>
              <p:nvSpPr>
                <p:cNvPr id="500" name="Google Shape;500;p58"/>
                <p:cNvSpPr/>
                <p:nvPr/>
              </p:nvSpPr>
              <p:spPr>
                <a:xfrm>
                  <a:off x="10534652" y="424620"/>
                  <a:ext cx="33472" cy="31459"/>
                </a:xfrm>
                <a:custGeom>
                  <a:avLst/>
                  <a:gdLst/>
                  <a:ahLst/>
                  <a:cxnLst/>
                  <a:rect l="l" t="t" r="r" b="b"/>
                  <a:pathLst>
                    <a:path w="33472" h="31459" extrusionOk="0">
                      <a:moveTo>
                        <a:pt x="18467" y="25976"/>
                      </a:moveTo>
                      <a:cubicBezTo>
                        <a:pt x="23373" y="17894"/>
                        <a:pt x="28278" y="9813"/>
                        <a:pt x="33472" y="2020"/>
                      </a:cubicBezTo>
                      <a:cubicBezTo>
                        <a:pt x="28567" y="1154"/>
                        <a:pt x="23661" y="577"/>
                        <a:pt x="18756" y="0"/>
                      </a:cubicBezTo>
                      <a:cubicBezTo>
                        <a:pt x="12408" y="10102"/>
                        <a:pt x="6060" y="20492"/>
                        <a:pt x="0" y="31460"/>
                      </a:cubicBezTo>
                      <a:cubicBezTo>
                        <a:pt x="6060" y="29728"/>
                        <a:pt x="12408" y="27708"/>
                        <a:pt x="18467" y="25976"/>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501" name="Google Shape;501;p58"/>
                <p:cNvSpPr/>
                <p:nvPr/>
              </p:nvSpPr>
              <p:spPr>
                <a:xfrm>
                  <a:off x="10562065" y="276558"/>
                  <a:ext cx="208619" cy="152968"/>
                </a:xfrm>
                <a:custGeom>
                  <a:avLst/>
                  <a:gdLst/>
                  <a:ahLst/>
                  <a:cxnLst/>
                  <a:rect l="l" t="t" r="r" b="b"/>
                  <a:pathLst>
                    <a:path w="208619" h="152968" extrusionOk="0">
                      <a:moveTo>
                        <a:pt x="14428" y="137672"/>
                      </a:moveTo>
                      <a:cubicBezTo>
                        <a:pt x="65213" y="63496"/>
                        <a:pt x="121769" y="13277"/>
                        <a:pt x="158704" y="13277"/>
                      </a:cubicBezTo>
                      <a:cubicBezTo>
                        <a:pt x="164187" y="13277"/>
                        <a:pt x="169092" y="14431"/>
                        <a:pt x="173420" y="16740"/>
                      </a:cubicBezTo>
                      <a:cubicBezTo>
                        <a:pt x="197370" y="29439"/>
                        <a:pt x="202564" y="80525"/>
                        <a:pt x="184385" y="151525"/>
                      </a:cubicBezTo>
                      <a:cubicBezTo>
                        <a:pt x="189002" y="151814"/>
                        <a:pt x="193331" y="152391"/>
                        <a:pt x="197659" y="152969"/>
                      </a:cubicBezTo>
                      <a:cubicBezTo>
                        <a:pt x="216415" y="78793"/>
                        <a:pt x="211509" y="21646"/>
                        <a:pt x="179769" y="4907"/>
                      </a:cubicBezTo>
                      <a:cubicBezTo>
                        <a:pt x="173420" y="1732"/>
                        <a:pt x="166495" y="0"/>
                        <a:pt x="158993" y="0"/>
                      </a:cubicBezTo>
                      <a:cubicBezTo>
                        <a:pt x="115710" y="0"/>
                        <a:pt x="54825" y="53106"/>
                        <a:pt x="0" y="135363"/>
                      </a:cubicBezTo>
                      <a:cubicBezTo>
                        <a:pt x="4617" y="135940"/>
                        <a:pt x="9522" y="136806"/>
                        <a:pt x="14428" y="137672"/>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grpSp>
        <p:grpSp>
          <p:nvGrpSpPr>
            <p:cNvPr id="502" name="Google Shape;502;p58"/>
            <p:cNvGrpSpPr/>
            <p:nvPr/>
          </p:nvGrpSpPr>
          <p:grpSpPr>
            <a:xfrm>
              <a:off x="10697974" y="665040"/>
              <a:ext cx="904612" cy="211558"/>
              <a:chOff x="10697974" y="665040"/>
              <a:chExt cx="904612" cy="211558"/>
            </a:xfrm>
          </p:grpSpPr>
          <p:sp>
            <p:nvSpPr>
              <p:cNvPr id="503" name="Google Shape;503;p58"/>
              <p:cNvSpPr/>
              <p:nvPr/>
            </p:nvSpPr>
            <p:spPr>
              <a:xfrm>
                <a:off x="10697974" y="665040"/>
                <a:ext cx="207469" cy="211558"/>
              </a:xfrm>
              <a:custGeom>
                <a:avLst/>
                <a:gdLst/>
                <a:ahLst/>
                <a:cxnLst/>
                <a:rect l="l" t="t" r="r" b="b"/>
                <a:pathLst>
                  <a:path w="207469" h="211558" extrusionOk="0">
                    <a:moveTo>
                      <a:pt x="174863" y="211558"/>
                    </a:moveTo>
                    <a:lnTo>
                      <a:pt x="174863" y="61187"/>
                    </a:lnTo>
                    <a:lnTo>
                      <a:pt x="103879" y="150660"/>
                    </a:lnTo>
                    <a:lnTo>
                      <a:pt x="32606" y="61187"/>
                    </a:lnTo>
                    <a:lnTo>
                      <a:pt x="32606" y="211558"/>
                    </a:lnTo>
                    <a:lnTo>
                      <a:pt x="0" y="211558"/>
                    </a:lnTo>
                    <a:lnTo>
                      <a:pt x="0" y="0"/>
                    </a:lnTo>
                    <a:lnTo>
                      <a:pt x="19045" y="0"/>
                    </a:lnTo>
                    <a:lnTo>
                      <a:pt x="103879" y="107367"/>
                    </a:lnTo>
                    <a:lnTo>
                      <a:pt x="188714" y="0"/>
                    </a:lnTo>
                    <a:lnTo>
                      <a:pt x="207470" y="0"/>
                    </a:lnTo>
                    <a:lnTo>
                      <a:pt x="207470" y="211558"/>
                    </a:lnTo>
                    <a:lnTo>
                      <a:pt x="174863" y="211558"/>
                    </a:ln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504" name="Google Shape;504;p58"/>
              <p:cNvSpPr/>
              <p:nvPr/>
            </p:nvSpPr>
            <p:spPr>
              <a:xfrm>
                <a:off x="10932279" y="665040"/>
                <a:ext cx="163321" cy="211558"/>
              </a:xfrm>
              <a:custGeom>
                <a:avLst/>
                <a:gdLst/>
                <a:ahLst/>
                <a:cxnLst/>
                <a:rect l="l" t="t" r="r" b="b"/>
                <a:pathLst>
                  <a:path w="163321" h="211558" extrusionOk="0">
                    <a:moveTo>
                      <a:pt x="130715" y="211558"/>
                    </a:moveTo>
                    <a:lnTo>
                      <a:pt x="130715" y="62342"/>
                    </a:lnTo>
                    <a:lnTo>
                      <a:pt x="19045" y="211558"/>
                    </a:lnTo>
                    <a:lnTo>
                      <a:pt x="0" y="211558"/>
                    </a:lnTo>
                    <a:lnTo>
                      <a:pt x="0" y="0"/>
                    </a:lnTo>
                    <a:lnTo>
                      <a:pt x="32607" y="0"/>
                    </a:lnTo>
                    <a:lnTo>
                      <a:pt x="32607" y="149216"/>
                    </a:lnTo>
                    <a:lnTo>
                      <a:pt x="144277" y="0"/>
                    </a:lnTo>
                    <a:lnTo>
                      <a:pt x="163321" y="0"/>
                    </a:lnTo>
                    <a:lnTo>
                      <a:pt x="163321" y="211558"/>
                    </a:lnTo>
                    <a:lnTo>
                      <a:pt x="130715" y="211558"/>
                    </a:ln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505" name="Google Shape;505;p58"/>
              <p:cNvSpPr/>
              <p:nvPr/>
            </p:nvSpPr>
            <p:spPr>
              <a:xfrm>
                <a:off x="11439266" y="665040"/>
                <a:ext cx="163320" cy="211558"/>
              </a:xfrm>
              <a:custGeom>
                <a:avLst/>
                <a:gdLst/>
                <a:ahLst/>
                <a:cxnLst/>
                <a:rect l="l" t="t" r="r" b="b"/>
                <a:pathLst>
                  <a:path w="163320" h="211558" extrusionOk="0">
                    <a:moveTo>
                      <a:pt x="130715" y="211558"/>
                    </a:moveTo>
                    <a:lnTo>
                      <a:pt x="130715" y="62342"/>
                    </a:lnTo>
                    <a:lnTo>
                      <a:pt x="19044" y="211558"/>
                    </a:lnTo>
                    <a:lnTo>
                      <a:pt x="0" y="211558"/>
                    </a:lnTo>
                    <a:lnTo>
                      <a:pt x="0" y="0"/>
                    </a:lnTo>
                    <a:lnTo>
                      <a:pt x="32606" y="0"/>
                    </a:lnTo>
                    <a:lnTo>
                      <a:pt x="32606" y="149216"/>
                    </a:lnTo>
                    <a:lnTo>
                      <a:pt x="144277" y="0"/>
                    </a:lnTo>
                    <a:lnTo>
                      <a:pt x="163321" y="0"/>
                    </a:lnTo>
                    <a:lnTo>
                      <a:pt x="163321" y="211558"/>
                    </a:lnTo>
                    <a:lnTo>
                      <a:pt x="130715" y="211558"/>
                    </a:ln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grpSp>
          <p:nvGrpSpPr>
            <p:cNvPr id="506" name="Google Shape;506;p58"/>
            <p:cNvGrpSpPr/>
            <p:nvPr/>
          </p:nvGrpSpPr>
          <p:grpSpPr>
            <a:xfrm>
              <a:off x="11254015" y="502836"/>
              <a:ext cx="378869" cy="92070"/>
              <a:chOff x="11254015" y="502836"/>
              <a:chExt cx="378869" cy="92070"/>
            </a:xfrm>
          </p:grpSpPr>
          <p:sp>
            <p:nvSpPr>
              <p:cNvPr id="507" name="Google Shape;507;p58"/>
              <p:cNvSpPr/>
              <p:nvPr/>
            </p:nvSpPr>
            <p:spPr>
              <a:xfrm>
                <a:off x="11254015" y="502836"/>
                <a:ext cx="76466" cy="92069"/>
              </a:xfrm>
              <a:custGeom>
                <a:avLst/>
                <a:gdLst/>
                <a:ahLst/>
                <a:cxnLst/>
                <a:rect l="l" t="t" r="r" b="b"/>
                <a:pathLst>
                  <a:path w="76466" h="92069" extrusionOk="0">
                    <a:moveTo>
                      <a:pt x="57133" y="92070"/>
                    </a:moveTo>
                    <a:lnTo>
                      <a:pt x="57133" y="54549"/>
                    </a:lnTo>
                    <a:lnTo>
                      <a:pt x="19333" y="54549"/>
                    </a:lnTo>
                    <a:lnTo>
                      <a:pt x="19333" y="92070"/>
                    </a:lnTo>
                    <a:lnTo>
                      <a:pt x="0" y="92070"/>
                    </a:lnTo>
                    <a:lnTo>
                      <a:pt x="0" y="0"/>
                    </a:lnTo>
                    <a:lnTo>
                      <a:pt x="19333" y="0"/>
                    </a:lnTo>
                    <a:lnTo>
                      <a:pt x="19333" y="37232"/>
                    </a:lnTo>
                    <a:lnTo>
                      <a:pt x="57133" y="37232"/>
                    </a:lnTo>
                    <a:lnTo>
                      <a:pt x="57133" y="0"/>
                    </a:lnTo>
                    <a:lnTo>
                      <a:pt x="76467" y="0"/>
                    </a:lnTo>
                    <a:lnTo>
                      <a:pt x="76467" y="92070"/>
                    </a:lnTo>
                    <a:lnTo>
                      <a:pt x="57133" y="92070"/>
                    </a:ln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508" name="Google Shape;508;p58"/>
              <p:cNvSpPr/>
              <p:nvPr/>
            </p:nvSpPr>
            <p:spPr>
              <a:xfrm>
                <a:off x="11352412" y="502836"/>
                <a:ext cx="77332" cy="92069"/>
              </a:xfrm>
              <a:custGeom>
                <a:avLst/>
                <a:gdLst/>
                <a:ahLst/>
                <a:cxnLst/>
                <a:rect l="l" t="t" r="r" b="b"/>
                <a:pathLst>
                  <a:path w="77332" h="92069" extrusionOk="0">
                    <a:moveTo>
                      <a:pt x="57711" y="92070"/>
                    </a:moveTo>
                    <a:lnTo>
                      <a:pt x="57711" y="34346"/>
                    </a:lnTo>
                    <a:lnTo>
                      <a:pt x="11253" y="92070"/>
                    </a:lnTo>
                    <a:lnTo>
                      <a:pt x="0" y="92070"/>
                    </a:lnTo>
                    <a:lnTo>
                      <a:pt x="0" y="0"/>
                    </a:lnTo>
                    <a:lnTo>
                      <a:pt x="19333" y="0"/>
                    </a:lnTo>
                    <a:lnTo>
                      <a:pt x="19333" y="58013"/>
                    </a:lnTo>
                    <a:lnTo>
                      <a:pt x="65790" y="0"/>
                    </a:lnTo>
                    <a:lnTo>
                      <a:pt x="77332" y="0"/>
                    </a:lnTo>
                    <a:lnTo>
                      <a:pt x="77332" y="92070"/>
                    </a:lnTo>
                    <a:lnTo>
                      <a:pt x="57711" y="92070"/>
                    </a:ln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509" name="Google Shape;509;p58"/>
              <p:cNvSpPr/>
              <p:nvPr/>
            </p:nvSpPr>
            <p:spPr>
              <a:xfrm>
                <a:off x="11445326" y="503125"/>
                <a:ext cx="77620" cy="91781"/>
              </a:xfrm>
              <a:custGeom>
                <a:avLst/>
                <a:gdLst/>
                <a:ahLst/>
                <a:cxnLst/>
                <a:rect l="l" t="t" r="r" b="b"/>
                <a:pathLst>
                  <a:path w="77620" h="91781" extrusionOk="0">
                    <a:moveTo>
                      <a:pt x="58576" y="91781"/>
                    </a:moveTo>
                    <a:lnTo>
                      <a:pt x="58576" y="69269"/>
                    </a:lnTo>
                    <a:lnTo>
                      <a:pt x="47611" y="69269"/>
                    </a:lnTo>
                    <a:cubicBezTo>
                      <a:pt x="38089" y="69557"/>
                      <a:pt x="35492" y="71578"/>
                      <a:pt x="27990" y="82545"/>
                    </a:cubicBezTo>
                    <a:lnTo>
                      <a:pt x="21641" y="91781"/>
                    </a:lnTo>
                    <a:lnTo>
                      <a:pt x="0" y="91781"/>
                    </a:lnTo>
                    <a:lnTo>
                      <a:pt x="8368" y="79659"/>
                    </a:lnTo>
                    <a:cubicBezTo>
                      <a:pt x="14428" y="70712"/>
                      <a:pt x="18756" y="66094"/>
                      <a:pt x="23084" y="63496"/>
                    </a:cubicBezTo>
                    <a:cubicBezTo>
                      <a:pt x="9811" y="58590"/>
                      <a:pt x="2020" y="48199"/>
                      <a:pt x="2020" y="34634"/>
                    </a:cubicBezTo>
                    <a:cubicBezTo>
                      <a:pt x="2020" y="15297"/>
                      <a:pt x="17025" y="0"/>
                      <a:pt x="44437" y="0"/>
                    </a:cubicBezTo>
                    <a:lnTo>
                      <a:pt x="77621" y="0"/>
                    </a:lnTo>
                    <a:lnTo>
                      <a:pt x="77621" y="91781"/>
                    </a:lnTo>
                    <a:lnTo>
                      <a:pt x="58576" y="91781"/>
                    </a:lnTo>
                    <a:close/>
                    <a:moveTo>
                      <a:pt x="42706" y="17029"/>
                    </a:moveTo>
                    <a:cubicBezTo>
                      <a:pt x="30010" y="17029"/>
                      <a:pt x="20199" y="22801"/>
                      <a:pt x="20199" y="34634"/>
                    </a:cubicBezTo>
                    <a:cubicBezTo>
                      <a:pt x="20199" y="47045"/>
                      <a:pt x="30010" y="52240"/>
                      <a:pt x="42706" y="52240"/>
                    </a:cubicBezTo>
                    <a:lnTo>
                      <a:pt x="58576" y="52240"/>
                    </a:lnTo>
                    <a:lnTo>
                      <a:pt x="58576" y="17029"/>
                    </a:lnTo>
                    <a:lnTo>
                      <a:pt x="42706" y="17029"/>
                    </a:ln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510" name="Google Shape;510;p58"/>
              <p:cNvSpPr/>
              <p:nvPr/>
            </p:nvSpPr>
            <p:spPr>
              <a:xfrm>
                <a:off x="11539971" y="502836"/>
                <a:ext cx="92913" cy="92069"/>
              </a:xfrm>
              <a:custGeom>
                <a:avLst/>
                <a:gdLst/>
                <a:ahLst/>
                <a:cxnLst/>
                <a:rect l="l" t="t" r="r" b="b"/>
                <a:pathLst>
                  <a:path w="92913" h="92069" extrusionOk="0">
                    <a:moveTo>
                      <a:pt x="15293" y="92070"/>
                    </a:moveTo>
                    <a:lnTo>
                      <a:pt x="35492" y="58878"/>
                    </a:lnTo>
                    <a:lnTo>
                      <a:pt x="0" y="0"/>
                    </a:lnTo>
                    <a:lnTo>
                      <a:pt x="21930" y="0"/>
                    </a:lnTo>
                    <a:lnTo>
                      <a:pt x="46457" y="40118"/>
                    </a:lnTo>
                    <a:lnTo>
                      <a:pt x="70984" y="0"/>
                    </a:lnTo>
                    <a:lnTo>
                      <a:pt x="92914" y="0"/>
                    </a:lnTo>
                    <a:lnTo>
                      <a:pt x="37223" y="92070"/>
                    </a:lnTo>
                    <a:lnTo>
                      <a:pt x="15293" y="92070"/>
                    </a:ln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sp>
          <p:nvSpPr>
            <p:cNvPr id="511" name="Google Shape;511;p58"/>
            <p:cNvSpPr/>
            <p:nvPr/>
          </p:nvSpPr>
          <p:spPr>
            <a:xfrm>
              <a:off x="11108585" y="665040"/>
              <a:ext cx="318274" cy="210981"/>
            </a:xfrm>
            <a:custGeom>
              <a:avLst/>
              <a:gdLst/>
              <a:ahLst/>
              <a:cxnLst/>
              <a:rect l="l" t="t" r="r" b="b"/>
              <a:pathLst>
                <a:path w="318274" h="210981" extrusionOk="0">
                  <a:moveTo>
                    <a:pt x="233439" y="7504"/>
                  </a:moveTo>
                  <a:cubicBezTo>
                    <a:pt x="208335" y="7504"/>
                    <a:pt x="186694" y="20492"/>
                    <a:pt x="175152" y="38964"/>
                  </a:cubicBezTo>
                  <a:lnTo>
                    <a:pt x="175152" y="0"/>
                  </a:lnTo>
                  <a:lnTo>
                    <a:pt x="142545" y="0"/>
                  </a:lnTo>
                  <a:lnTo>
                    <a:pt x="142545" y="94956"/>
                  </a:lnTo>
                  <a:cubicBezTo>
                    <a:pt x="142545" y="127570"/>
                    <a:pt x="118307" y="151237"/>
                    <a:pt x="87720" y="151237"/>
                  </a:cubicBezTo>
                  <a:cubicBezTo>
                    <a:pt x="56845" y="151237"/>
                    <a:pt x="32895" y="127570"/>
                    <a:pt x="32895" y="94956"/>
                  </a:cubicBezTo>
                  <a:cubicBezTo>
                    <a:pt x="32895" y="62342"/>
                    <a:pt x="57134" y="38386"/>
                    <a:pt x="87720" y="38386"/>
                  </a:cubicBezTo>
                  <a:cubicBezTo>
                    <a:pt x="103879" y="38386"/>
                    <a:pt x="118307" y="45025"/>
                    <a:pt x="128406" y="56281"/>
                  </a:cubicBezTo>
                  <a:lnTo>
                    <a:pt x="128406" y="23090"/>
                  </a:lnTo>
                  <a:cubicBezTo>
                    <a:pt x="116575" y="13565"/>
                    <a:pt x="101282" y="7504"/>
                    <a:pt x="84546" y="7504"/>
                  </a:cubicBezTo>
                  <a:cubicBezTo>
                    <a:pt x="34049" y="7504"/>
                    <a:pt x="0" y="46179"/>
                    <a:pt x="0" y="94667"/>
                  </a:cubicBezTo>
                  <a:cubicBezTo>
                    <a:pt x="0" y="143155"/>
                    <a:pt x="34049" y="181542"/>
                    <a:pt x="84546" y="181542"/>
                  </a:cubicBezTo>
                  <a:cubicBezTo>
                    <a:pt x="109650" y="181542"/>
                    <a:pt x="131292" y="168843"/>
                    <a:pt x="142834" y="150371"/>
                  </a:cubicBezTo>
                  <a:lnTo>
                    <a:pt x="142834" y="210981"/>
                  </a:lnTo>
                  <a:lnTo>
                    <a:pt x="176017" y="210981"/>
                  </a:lnTo>
                  <a:lnTo>
                    <a:pt x="176017" y="90049"/>
                  </a:lnTo>
                  <a:lnTo>
                    <a:pt x="176017" y="90049"/>
                  </a:lnTo>
                  <a:cubicBezTo>
                    <a:pt x="178037" y="59744"/>
                    <a:pt x="201410" y="37809"/>
                    <a:pt x="230843" y="37809"/>
                  </a:cubicBezTo>
                  <a:cubicBezTo>
                    <a:pt x="261718" y="37809"/>
                    <a:pt x="285668" y="61765"/>
                    <a:pt x="285668" y="94379"/>
                  </a:cubicBezTo>
                  <a:cubicBezTo>
                    <a:pt x="285668" y="126993"/>
                    <a:pt x="261429" y="150660"/>
                    <a:pt x="230843" y="150660"/>
                  </a:cubicBezTo>
                  <a:cubicBezTo>
                    <a:pt x="214683" y="150660"/>
                    <a:pt x="200544" y="144021"/>
                    <a:pt x="190734" y="133342"/>
                  </a:cubicBezTo>
                  <a:lnTo>
                    <a:pt x="190734" y="166822"/>
                  </a:lnTo>
                  <a:cubicBezTo>
                    <a:pt x="202276" y="175770"/>
                    <a:pt x="217281" y="181542"/>
                    <a:pt x="234017" y="181542"/>
                  </a:cubicBezTo>
                  <a:cubicBezTo>
                    <a:pt x="284225" y="181542"/>
                    <a:pt x="318274" y="143155"/>
                    <a:pt x="318274" y="94667"/>
                  </a:cubicBezTo>
                  <a:cubicBezTo>
                    <a:pt x="317697" y="46179"/>
                    <a:pt x="283359" y="7504"/>
                    <a:pt x="233439" y="7504"/>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Фото 4">
  <p:cSld name="Фото 4">
    <p:spTree>
      <p:nvGrpSpPr>
        <p:cNvPr id="1" name="Shape 512"/>
        <p:cNvGrpSpPr/>
        <p:nvPr/>
      </p:nvGrpSpPr>
      <p:grpSpPr>
        <a:xfrm>
          <a:off x="0" y="0"/>
          <a:ext cx="0" cy="0"/>
          <a:chOff x="0" y="0"/>
          <a:chExt cx="0" cy="0"/>
        </a:xfrm>
      </p:grpSpPr>
      <p:sp>
        <p:nvSpPr>
          <p:cNvPr id="513" name="Google Shape;513;p59"/>
          <p:cNvSpPr txBox="1">
            <a:spLocks noGrp="1"/>
          </p:cNvSpPr>
          <p:nvPr>
            <p:ph type="title"/>
          </p:nvPr>
        </p:nvSpPr>
        <p:spPr>
          <a:xfrm>
            <a:off x="559572" y="359101"/>
            <a:ext cx="6977301" cy="523220"/>
          </a:xfrm>
          <a:prstGeom prst="rect">
            <a:avLst/>
          </a:prstGeom>
          <a:noFill/>
          <a:ln>
            <a:noFill/>
          </a:ln>
        </p:spPr>
        <p:txBody>
          <a:bodyPr spcFirstLastPara="1" wrap="square" lIns="91425" tIns="45700" rIns="91425" bIns="45700" anchor="t" anchorCtr="0">
            <a:spAutoFit/>
          </a:bodyPr>
          <a:lstStyle>
            <a:lvl1pPr marR="0" lvl="0" algn="l" rtl="0">
              <a:lnSpc>
                <a:spcPct val="100000"/>
              </a:lnSpc>
              <a:spcBef>
                <a:spcPts val="0"/>
              </a:spcBef>
              <a:spcAft>
                <a:spcPts val="0"/>
              </a:spcAft>
              <a:buClr>
                <a:schemeClr val="accent1"/>
              </a:buClr>
              <a:buSzPts val="2800"/>
              <a:buFont typeface="Montserrat"/>
              <a:buNone/>
              <a:defRPr sz="2800" b="1" i="0" u="none" strike="noStrike" cap="none">
                <a:solidFill>
                  <a:schemeClr val="accent1"/>
                </a:solidFill>
                <a:latin typeface="Montserrat"/>
                <a:ea typeface="Montserrat"/>
                <a:cs typeface="Montserrat"/>
                <a:sym typeface="Montserra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14" name="Google Shape;514;p59"/>
          <p:cNvSpPr/>
          <p:nvPr/>
        </p:nvSpPr>
        <p:spPr>
          <a:xfrm>
            <a:off x="11641138" y="6453188"/>
            <a:ext cx="41549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fld id="{00000000-1234-1234-1234-123412341234}" type="slidenum">
              <a:rPr lang="ru-RU" sz="1400">
                <a:solidFill>
                  <a:srgbClr val="8F9092"/>
                </a:solidFill>
                <a:latin typeface="Montserrat"/>
                <a:ea typeface="Montserrat"/>
                <a:cs typeface="Montserrat"/>
                <a:sym typeface="Montserrat"/>
              </a:rPr>
              <a:t>‹#›</a:t>
            </a:fld>
            <a:endParaRPr sz="1400">
              <a:solidFill>
                <a:srgbClr val="8F9092"/>
              </a:solidFill>
              <a:latin typeface="Montserrat"/>
              <a:ea typeface="Montserrat"/>
              <a:cs typeface="Montserrat"/>
              <a:sym typeface="Montserrat"/>
            </a:endParaRPr>
          </a:p>
        </p:txBody>
      </p:sp>
      <p:sp>
        <p:nvSpPr>
          <p:cNvPr id="515" name="Google Shape;515;p59"/>
          <p:cNvSpPr txBox="1">
            <a:spLocks noGrp="1"/>
          </p:cNvSpPr>
          <p:nvPr>
            <p:ph type="body" idx="1"/>
          </p:nvPr>
        </p:nvSpPr>
        <p:spPr>
          <a:xfrm>
            <a:off x="559572" y="1729294"/>
            <a:ext cx="2549388" cy="338554"/>
          </a:xfrm>
          <a:prstGeom prst="rect">
            <a:avLst/>
          </a:prstGeom>
          <a:noFill/>
          <a:ln>
            <a:noFill/>
          </a:ln>
        </p:spPr>
        <p:txBody>
          <a:bodyPr spcFirstLastPara="1" wrap="square" lIns="91425" tIns="45700" rIns="91425" bIns="45700" anchor="t" anchorCtr="0">
            <a:spAutoFit/>
          </a:bodyPr>
          <a:lstStyle>
            <a:lvl1pPr marL="457200" marR="0" lvl="0" indent="-228600" algn="l" rtl="0">
              <a:lnSpc>
                <a:spcPct val="100000"/>
              </a:lnSpc>
              <a:spcBef>
                <a:spcPts val="0"/>
              </a:spcBef>
              <a:spcAft>
                <a:spcPts val="0"/>
              </a:spcAft>
              <a:buClr>
                <a:schemeClr val="accent2"/>
              </a:buClr>
              <a:buSzPts val="1600"/>
              <a:buFont typeface="Arial"/>
              <a:buNone/>
              <a:defRPr sz="1600" b="1" i="0" u="none" strike="noStrike" cap="none">
                <a:solidFill>
                  <a:schemeClr val="accent2"/>
                </a:solidFill>
                <a:latin typeface="Montserrat"/>
                <a:ea typeface="Montserrat"/>
                <a:cs typeface="Montserrat"/>
                <a:sym typeface="Montserrat"/>
              </a:defRPr>
            </a:lvl1pPr>
            <a:lvl2pPr marL="914400" marR="0" lvl="1" indent="-317500" algn="l" rtl="0">
              <a:lnSpc>
                <a:spcPct val="100000"/>
              </a:lnSpc>
              <a:spcBef>
                <a:spcPts val="600"/>
              </a:spcBef>
              <a:spcAft>
                <a:spcPts val="0"/>
              </a:spcAft>
              <a:buClr>
                <a:srgbClr val="222A3F"/>
              </a:buClr>
              <a:buSzPts val="1400"/>
              <a:buFont typeface="Arial"/>
              <a:buChar char="•"/>
              <a:defRPr sz="1400" b="0" i="0" u="none" strike="noStrike" cap="none">
                <a:solidFill>
                  <a:srgbClr val="222A3F"/>
                </a:solidFill>
                <a:latin typeface="Montserrat"/>
                <a:ea typeface="Montserrat"/>
                <a:cs typeface="Montserrat"/>
                <a:sym typeface="Montserrat"/>
              </a:defRPr>
            </a:lvl2pPr>
            <a:lvl3pPr marL="1371600" marR="0" lvl="2" indent="-355600" algn="l" rtl="0">
              <a:lnSpc>
                <a:spcPct val="90000"/>
              </a:lnSpc>
              <a:spcBef>
                <a:spcPts val="600"/>
              </a:spcBef>
              <a:spcAft>
                <a:spcPts val="0"/>
              </a:spcAft>
              <a:buClr>
                <a:schemeClr val="dk1"/>
              </a:buClr>
              <a:buSzPts val="2000"/>
              <a:buFont typeface="Arial"/>
              <a:buChar char="•"/>
              <a:defRPr sz="2000" b="0" i="0" u="none" strike="noStrike" cap="none">
                <a:solidFill>
                  <a:schemeClr val="dk1"/>
                </a:solidFill>
                <a:latin typeface="Montserrat"/>
                <a:ea typeface="Montserrat"/>
                <a:cs typeface="Montserrat"/>
                <a:sym typeface="Montserra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9pPr>
          </a:lstStyle>
          <a:p>
            <a:endParaRPr/>
          </a:p>
        </p:txBody>
      </p:sp>
      <p:sp>
        <p:nvSpPr>
          <p:cNvPr id="516" name="Google Shape;516;p59"/>
          <p:cNvSpPr txBox="1">
            <a:spLocks noGrp="1"/>
          </p:cNvSpPr>
          <p:nvPr>
            <p:ph type="body" idx="2"/>
          </p:nvPr>
        </p:nvSpPr>
        <p:spPr>
          <a:xfrm>
            <a:off x="559572" y="2409034"/>
            <a:ext cx="2549388" cy="307777"/>
          </a:xfrm>
          <a:prstGeom prst="rect">
            <a:avLst/>
          </a:prstGeom>
          <a:noFill/>
          <a:ln>
            <a:noFill/>
          </a:ln>
        </p:spPr>
        <p:txBody>
          <a:bodyPr spcFirstLastPara="1" wrap="square" lIns="91425" tIns="45700" rIns="91425" bIns="45700" anchor="t" anchorCtr="0">
            <a:spAutoFit/>
          </a:bodyPr>
          <a:lstStyle>
            <a:lvl1pPr marL="457200" marR="0" lvl="0" indent="-2286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Montserrat"/>
                <a:ea typeface="Montserrat"/>
                <a:cs typeface="Montserrat"/>
                <a:sym typeface="Montserrat"/>
              </a:defRPr>
            </a:lvl1pPr>
            <a:lvl2pPr marL="914400" marR="0" lvl="1" indent="-381000" algn="l" rtl="0">
              <a:lnSpc>
                <a:spcPct val="90000"/>
              </a:lnSpc>
              <a:spcBef>
                <a:spcPts val="600"/>
              </a:spcBef>
              <a:spcAft>
                <a:spcPts val="0"/>
              </a:spcAft>
              <a:buClr>
                <a:schemeClr val="dk1"/>
              </a:buClr>
              <a:buSzPts val="2400"/>
              <a:buFont typeface="Arial"/>
              <a:buChar char="•"/>
              <a:defRPr sz="2400" b="0" i="0" u="none" strike="noStrike" cap="none">
                <a:solidFill>
                  <a:schemeClr val="dk1"/>
                </a:solidFill>
                <a:latin typeface="Montserrat"/>
                <a:ea typeface="Montserrat"/>
                <a:cs typeface="Montserrat"/>
                <a:sym typeface="Montserrat"/>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Montserrat"/>
                <a:ea typeface="Montserrat"/>
                <a:cs typeface="Montserrat"/>
                <a:sym typeface="Montserra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9pPr>
          </a:lstStyle>
          <a:p>
            <a:endParaRPr/>
          </a:p>
        </p:txBody>
      </p:sp>
      <p:sp>
        <p:nvSpPr>
          <p:cNvPr id="517" name="Google Shape;517;p59"/>
          <p:cNvSpPr>
            <a:spLocks noGrp="1"/>
          </p:cNvSpPr>
          <p:nvPr>
            <p:ph type="pic" idx="3"/>
          </p:nvPr>
        </p:nvSpPr>
        <p:spPr>
          <a:xfrm>
            <a:off x="8947150" y="1"/>
            <a:ext cx="3244850" cy="6853114"/>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Фото 9">
  <p:cSld name="Фото 9">
    <p:spTree>
      <p:nvGrpSpPr>
        <p:cNvPr id="1" name="Shape 640"/>
        <p:cNvGrpSpPr/>
        <p:nvPr/>
      </p:nvGrpSpPr>
      <p:grpSpPr>
        <a:xfrm>
          <a:off x="0" y="0"/>
          <a:ext cx="0" cy="0"/>
          <a:chOff x="0" y="0"/>
          <a:chExt cx="0" cy="0"/>
        </a:xfrm>
      </p:grpSpPr>
      <p:sp>
        <p:nvSpPr>
          <p:cNvPr id="641" name="Google Shape;641;p64"/>
          <p:cNvSpPr txBox="1">
            <a:spLocks noGrp="1"/>
          </p:cNvSpPr>
          <p:nvPr>
            <p:ph type="title"/>
          </p:nvPr>
        </p:nvSpPr>
        <p:spPr>
          <a:xfrm>
            <a:off x="559572" y="359101"/>
            <a:ext cx="9199890" cy="523220"/>
          </a:xfrm>
          <a:prstGeom prst="rect">
            <a:avLst/>
          </a:prstGeom>
          <a:noFill/>
          <a:ln>
            <a:noFill/>
          </a:ln>
        </p:spPr>
        <p:txBody>
          <a:bodyPr spcFirstLastPara="1" wrap="square" lIns="91425" tIns="45700" rIns="91425" bIns="45700" anchor="t" anchorCtr="0">
            <a:spAutoFit/>
          </a:bodyPr>
          <a:lstStyle>
            <a:lvl1pPr marR="0" lvl="0" algn="l" rtl="0">
              <a:lnSpc>
                <a:spcPct val="100000"/>
              </a:lnSpc>
              <a:spcBef>
                <a:spcPts val="0"/>
              </a:spcBef>
              <a:spcAft>
                <a:spcPts val="0"/>
              </a:spcAft>
              <a:buClr>
                <a:schemeClr val="accent1"/>
              </a:buClr>
              <a:buSzPts val="2800"/>
              <a:buFont typeface="Montserrat"/>
              <a:buNone/>
              <a:defRPr sz="2800" b="1" i="0" u="none" strike="noStrike" cap="none">
                <a:solidFill>
                  <a:schemeClr val="accent1"/>
                </a:solidFill>
                <a:latin typeface="Montserrat"/>
                <a:ea typeface="Montserrat"/>
                <a:cs typeface="Montserrat"/>
                <a:sym typeface="Montserra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42" name="Google Shape;642;p64"/>
          <p:cNvSpPr/>
          <p:nvPr/>
        </p:nvSpPr>
        <p:spPr>
          <a:xfrm>
            <a:off x="11641138" y="6453188"/>
            <a:ext cx="41549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fld id="{00000000-1234-1234-1234-123412341234}" type="slidenum">
              <a:rPr lang="ru-RU" sz="1400">
                <a:solidFill>
                  <a:srgbClr val="8F9092"/>
                </a:solidFill>
                <a:latin typeface="Montserrat"/>
                <a:ea typeface="Montserrat"/>
                <a:cs typeface="Montserrat"/>
                <a:sym typeface="Montserrat"/>
              </a:rPr>
              <a:t>‹#›</a:t>
            </a:fld>
            <a:endParaRPr sz="1400">
              <a:solidFill>
                <a:srgbClr val="8F9092"/>
              </a:solidFill>
              <a:latin typeface="Montserrat"/>
              <a:ea typeface="Montserrat"/>
              <a:cs typeface="Montserrat"/>
              <a:sym typeface="Montserrat"/>
            </a:endParaRPr>
          </a:p>
        </p:txBody>
      </p:sp>
      <p:sp>
        <p:nvSpPr>
          <p:cNvPr id="643" name="Google Shape;643;p64"/>
          <p:cNvSpPr txBox="1">
            <a:spLocks noGrp="1"/>
          </p:cNvSpPr>
          <p:nvPr>
            <p:ph type="body" idx="1"/>
          </p:nvPr>
        </p:nvSpPr>
        <p:spPr>
          <a:xfrm>
            <a:off x="559572" y="1729294"/>
            <a:ext cx="2549388" cy="338554"/>
          </a:xfrm>
          <a:prstGeom prst="rect">
            <a:avLst/>
          </a:prstGeom>
          <a:noFill/>
          <a:ln>
            <a:noFill/>
          </a:ln>
        </p:spPr>
        <p:txBody>
          <a:bodyPr spcFirstLastPara="1" wrap="square" lIns="91425" tIns="45700" rIns="91425" bIns="45700" anchor="t" anchorCtr="0">
            <a:spAutoFit/>
          </a:bodyPr>
          <a:lstStyle>
            <a:lvl1pPr marL="457200" marR="0" lvl="0" indent="-228600" algn="l" rtl="0">
              <a:lnSpc>
                <a:spcPct val="100000"/>
              </a:lnSpc>
              <a:spcBef>
                <a:spcPts val="0"/>
              </a:spcBef>
              <a:spcAft>
                <a:spcPts val="0"/>
              </a:spcAft>
              <a:buClr>
                <a:schemeClr val="accent2"/>
              </a:buClr>
              <a:buSzPts val="1600"/>
              <a:buFont typeface="Arial"/>
              <a:buNone/>
              <a:defRPr sz="1600" b="1" i="0" u="none" strike="noStrike" cap="none">
                <a:solidFill>
                  <a:schemeClr val="accent2"/>
                </a:solidFill>
                <a:latin typeface="Montserrat"/>
                <a:ea typeface="Montserrat"/>
                <a:cs typeface="Montserrat"/>
                <a:sym typeface="Montserrat"/>
              </a:defRPr>
            </a:lvl1pPr>
            <a:lvl2pPr marL="914400" marR="0" lvl="1" indent="-317500" algn="l" rtl="0">
              <a:lnSpc>
                <a:spcPct val="100000"/>
              </a:lnSpc>
              <a:spcBef>
                <a:spcPts val="600"/>
              </a:spcBef>
              <a:spcAft>
                <a:spcPts val="0"/>
              </a:spcAft>
              <a:buClr>
                <a:srgbClr val="222A3F"/>
              </a:buClr>
              <a:buSzPts val="1400"/>
              <a:buFont typeface="Arial"/>
              <a:buChar char="•"/>
              <a:defRPr sz="1400" b="0" i="0" u="none" strike="noStrike" cap="none">
                <a:solidFill>
                  <a:srgbClr val="222A3F"/>
                </a:solidFill>
                <a:latin typeface="Montserrat"/>
                <a:ea typeface="Montserrat"/>
                <a:cs typeface="Montserrat"/>
                <a:sym typeface="Montserrat"/>
              </a:defRPr>
            </a:lvl2pPr>
            <a:lvl3pPr marL="1371600" marR="0" lvl="2" indent="-355600" algn="l" rtl="0">
              <a:lnSpc>
                <a:spcPct val="90000"/>
              </a:lnSpc>
              <a:spcBef>
                <a:spcPts val="600"/>
              </a:spcBef>
              <a:spcAft>
                <a:spcPts val="0"/>
              </a:spcAft>
              <a:buClr>
                <a:schemeClr val="dk1"/>
              </a:buClr>
              <a:buSzPts val="2000"/>
              <a:buFont typeface="Arial"/>
              <a:buChar char="•"/>
              <a:defRPr sz="2000" b="0" i="0" u="none" strike="noStrike" cap="none">
                <a:solidFill>
                  <a:schemeClr val="dk1"/>
                </a:solidFill>
                <a:latin typeface="Montserrat"/>
                <a:ea typeface="Montserrat"/>
                <a:cs typeface="Montserrat"/>
                <a:sym typeface="Montserra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9pPr>
          </a:lstStyle>
          <a:p>
            <a:endParaRPr/>
          </a:p>
        </p:txBody>
      </p:sp>
      <p:sp>
        <p:nvSpPr>
          <p:cNvPr id="644" name="Google Shape;644;p64"/>
          <p:cNvSpPr txBox="1">
            <a:spLocks noGrp="1"/>
          </p:cNvSpPr>
          <p:nvPr>
            <p:ph type="body" idx="2"/>
          </p:nvPr>
        </p:nvSpPr>
        <p:spPr>
          <a:xfrm>
            <a:off x="559572" y="2409034"/>
            <a:ext cx="2549388" cy="307777"/>
          </a:xfrm>
          <a:prstGeom prst="rect">
            <a:avLst/>
          </a:prstGeom>
          <a:noFill/>
          <a:ln>
            <a:noFill/>
          </a:ln>
        </p:spPr>
        <p:txBody>
          <a:bodyPr spcFirstLastPara="1" wrap="square" lIns="91425" tIns="45700" rIns="91425" bIns="45700" anchor="t" anchorCtr="0">
            <a:spAutoFit/>
          </a:bodyPr>
          <a:lstStyle>
            <a:lvl1pPr marL="457200" marR="0" lvl="0" indent="-2286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Montserrat"/>
                <a:ea typeface="Montserrat"/>
                <a:cs typeface="Montserrat"/>
                <a:sym typeface="Montserrat"/>
              </a:defRPr>
            </a:lvl1pPr>
            <a:lvl2pPr marL="914400" marR="0" lvl="1" indent="-381000" algn="l" rtl="0">
              <a:lnSpc>
                <a:spcPct val="90000"/>
              </a:lnSpc>
              <a:spcBef>
                <a:spcPts val="600"/>
              </a:spcBef>
              <a:spcAft>
                <a:spcPts val="0"/>
              </a:spcAft>
              <a:buClr>
                <a:schemeClr val="dk1"/>
              </a:buClr>
              <a:buSzPts val="2400"/>
              <a:buFont typeface="Arial"/>
              <a:buChar char="•"/>
              <a:defRPr sz="2400" b="0" i="0" u="none" strike="noStrike" cap="none">
                <a:solidFill>
                  <a:schemeClr val="dk1"/>
                </a:solidFill>
                <a:latin typeface="Montserrat"/>
                <a:ea typeface="Montserrat"/>
                <a:cs typeface="Montserrat"/>
                <a:sym typeface="Montserrat"/>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Montserrat"/>
                <a:ea typeface="Montserrat"/>
                <a:cs typeface="Montserrat"/>
                <a:sym typeface="Montserra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9pPr>
          </a:lstStyle>
          <a:p>
            <a:endParaRPr/>
          </a:p>
        </p:txBody>
      </p:sp>
      <p:sp>
        <p:nvSpPr>
          <p:cNvPr id="645" name="Google Shape;645;p64"/>
          <p:cNvSpPr>
            <a:spLocks noGrp="1"/>
          </p:cNvSpPr>
          <p:nvPr>
            <p:ph type="pic" idx="3"/>
          </p:nvPr>
        </p:nvSpPr>
        <p:spPr>
          <a:xfrm>
            <a:off x="568201" y="3819092"/>
            <a:ext cx="2389946" cy="3038908"/>
          </a:xfrm>
          <a:prstGeom prst="rect">
            <a:avLst/>
          </a:prstGeom>
          <a:noFill/>
          <a:ln>
            <a:noFill/>
          </a:ln>
        </p:spPr>
      </p:sp>
      <p:sp>
        <p:nvSpPr>
          <p:cNvPr id="646" name="Google Shape;646;p64"/>
          <p:cNvSpPr>
            <a:spLocks noGrp="1"/>
          </p:cNvSpPr>
          <p:nvPr>
            <p:ph type="pic" idx="4"/>
          </p:nvPr>
        </p:nvSpPr>
        <p:spPr>
          <a:xfrm>
            <a:off x="3415392" y="3819092"/>
            <a:ext cx="2389946" cy="3038908"/>
          </a:xfrm>
          <a:prstGeom prst="rect">
            <a:avLst/>
          </a:prstGeom>
          <a:noFill/>
          <a:ln>
            <a:noFill/>
          </a:ln>
        </p:spPr>
      </p:sp>
      <p:sp>
        <p:nvSpPr>
          <p:cNvPr id="647" name="Google Shape;647;p64"/>
          <p:cNvSpPr>
            <a:spLocks noGrp="1"/>
          </p:cNvSpPr>
          <p:nvPr>
            <p:ph type="pic" idx="5"/>
          </p:nvPr>
        </p:nvSpPr>
        <p:spPr>
          <a:xfrm>
            <a:off x="6250056" y="3819092"/>
            <a:ext cx="2389946" cy="3038908"/>
          </a:xfrm>
          <a:prstGeom prst="rect">
            <a:avLst/>
          </a:prstGeom>
          <a:noFill/>
          <a:ln>
            <a:noFill/>
          </a:ln>
        </p:spPr>
      </p:sp>
      <p:sp>
        <p:nvSpPr>
          <p:cNvPr id="648" name="Google Shape;648;p64"/>
          <p:cNvSpPr>
            <a:spLocks noGrp="1"/>
          </p:cNvSpPr>
          <p:nvPr>
            <p:ph type="pic" idx="6"/>
          </p:nvPr>
        </p:nvSpPr>
        <p:spPr>
          <a:xfrm>
            <a:off x="9116455" y="3819092"/>
            <a:ext cx="2389946" cy="3038908"/>
          </a:xfrm>
          <a:prstGeom prst="rect">
            <a:avLst/>
          </a:prstGeom>
          <a:noFill/>
          <a:ln>
            <a:noFill/>
          </a:ln>
        </p:spPr>
      </p:sp>
      <p:grpSp>
        <p:nvGrpSpPr>
          <p:cNvPr id="649" name="Google Shape;649;p64"/>
          <p:cNvGrpSpPr/>
          <p:nvPr/>
        </p:nvGrpSpPr>
        <p:grpSpPr>
          <a:xfrm>
            <a:off x="10376966" y="276558"/>
            <a:ext cx="1255918" cy="600040"/>
            <a:chOff x="10376966" y="276558"/>
            <a:chExt cx="1255918" cy="600040"/>
          </a:xfrm>
        </p:grpSpPr>
        <p:grpSp>
          <p:nvGrpSpPr>
            <p:cNvPr id="650" name="Google Shape;650;p64"/>
            <p:cNvGrpSpPr/>
            <p:nvPr/>
          </p:nvGrpSpPr>
          <p:grpSpPr>
            <a:xfrm>
              <a:off x="10376966" y="276558"/>
              <a:ext cx="472032" cy="496714"/>
              <a:chOff x="10376966" y="276558"/>
              <a:chExt cx="472032" cy="496714"/>
            </a:xfrm>
          </p:grpSpPr>
          <p:grpSp>
            <p:nvGrpSpPr>
              <p:cNvPr id="651" name="Google Shape;651;p64"/>
              <p:cNvGrpSpPr/>
              <p:nvPr/>
            </p:nvGrpSpPr>
            <p:grpSpPr>
              <a:xfrm>
                <a:off x="10376966" y="413364"/>
                <a:ext cx="472032" cy="359908"/>
                <a:chOff x="10376966" y="413364"/>
                <a:chExt cx="472032" cy="359908"/>
              </a:xfrm>
            </p:grpSpPr>
            <p:grpSp>
              <p:nvGrpSpPr>
                <p:cNvPr id="652" name="Google Shape;652;p64"/>
                <p:cNvGrpSpPr/>
                <p:nvPr/>
              </p:nvGrpSpPr>
              <p:grpSpPr>
                <a:xfrm>
                  <a:off x="10376966" y="413364"/>
                  <a:ext cx="472032" cy="359908"/>
                  <a:chOff x="10376966" y="413364"/>
                  <a:chExt cx="472032" cy="359908"/>
                </a:xfrm>
              </p:grpSpPr>
              <p:grpSp>
                <p:nvGrpSpPr>
                  <p:cNvPr id="653" name="Google Shape;653;p64"/>
                  <p:cNvGrpSpPr/>
                  <p:nvPr/>
                </p:nvGrpSpPr>
                <p:grpSpPr>
                  <a:xfrm>
                    <a:off x="10452557" y="413364"/>
                    <a:ext cx="320303" cy="359908"/>
                    <a:chOff x="10452557" y="413364"/>
                    <a:chExt cx="320303" cy="359908"/>
                  </a:xfrm>
                </p:grpSpPr>
                <p:sp>
                  <p:nvSpPr>
                    <p:cNvPr id="654" name="Google Shape;654;p64"/>
                    <p:cNvSpPr/>
                    <p:nvPr/>
                  </p:nvSpPr>
                  <p:spPr>
                    <a:xfrm>
                      <a:off x="10677775" y="438474"/>
                      <a:ext cx="79063" cy="152679"/>
                    </a:xfrm>
                    <a:custGeom>
                      <a:avLst/>
                      <a:gdLst/>
                      <a:ahLst/>
                      <a:cxnLst/>
                      <a:rect l="l" t="t" r="r" b="b"/>
                      <a:pathLst>
                        <a:path w="79063" h="152679" extrusionOk="0">
                          <a:moveTo>
                            <a:pt x="25104" y="134208"/>
                          </a:moveTo>
                          <a:cubicBezTo>
                            <a:pt x="49054" y="88895"/>
                            <a:pt x="67810" y="41273"/>
                            <a:pt x="79064" y="1443"/>
                          </a:cubicBezTo>
                          <a:cubicBezTo>
                            <a:pt x="74735" y="866"/>
                            <a:pt x="70407" y="577"/>
                            <a:pt x="65790" y="0"/>
                          </a:cubicBezTo>
                          <a:cubicBezTo>
                            <a:pt x="54825" y="37521"/>
                            <a:pt x="37223" y="83123"/>
                            <a:pt x="13562" y="128147"/>
                          </a:cubicBezTo>
                          <a:cubicBezTo>
                            <a:pt x="9234" y="136517"/>
                            <a:pt x="4617" y="144599"/>
                            <a:pt x="0" y="152680"/>
                          </a:cubicBezTo>
                          <a:cubicBezTo>
                            <a:pt x="6348" y="150660"/>
                            <a:pt x="12696" y="148351"/>
                            <a:pt x="19045" y="146042"/>
                          </a:cubicBezTo>
                          <a:cubicBezTo>
                            <a:pt x="20776" y="142001"/>
                            <a:pt x="22796" y="137960"/>
                            <a:pt x="25104" y="134208"/>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655" name="Google Shape;655;p64"/>
                    <p:cNvSpPr/>
                    <p:nvPr/>
                  </p:nvSpPr>
                  <p:spPr>
                    <a:xfrm>
                      <a:off x="10466265" y="467913"/>
                      <a:ext cx="77043" cy="153257"/>
                    </a:xfrm>
                    <a:custGeom>
                      <a:avLst/>
                      <a:gdLst/>
                      <a:ahLst/>
                      <a:cxnLst/>
                      <a:rect l="l" t="t" r="r" b="b"/>
                      <a:pathLst>
                        <a:path w="77043" h="153257" extrusionOk="0">
                          <a:moveTo>
                            <a:pt x="68387" y="15874"/>
                          </a:moveTo>
                          <a:cubicBezTo>
                            <a:pt x="71273" y="10390"/>
                            <a:pt x="74158" y="5195"/>
                            <a:pt x="77044" y="0"/>
                          </a:cubicBezTo>
                          <a:cubicBezTo>
                            <a:pt x="70695" y="2020"/>
                            <a:pt x="64636" y="4041"/>
                            <a:pt x="58576" y="6061"/>
                          </a:cubicBezTo>
                          <a:cubicBezTo>
                            <a:pt x="57999" y="7215"/>
                            <a:pt x="57134" y="8370"/>
                            <a:pt x="56556" y="9813"/>
                          </a:cubicBezTo>
                          <a:cubicBezTo>
                            <a:pt x="30010" y="60033"/>
                            <a:pt x="10965" y="109098"/>
                            <a:pt x="0" y="152391"/>
                          </a:cubicBezTo>
                          <a:cubicBezTo>
                            <a:pt x="4328" y="152680"/>
                            <a:pt x="8657" y="152969"/>
                            <a:pt x="13273" y="153257"/>
                          </a:cubicBezTo>
                          <a:cubicBezTo>
                            <a:pt x="23950" y="112850"/>
                            <a:pt x="41840" y="65805"/>
                            <a:pt x="68387" y="15874"/>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nvGrpSpPr>
                    <p:cNvPr id="656" name="Google Shape;656;p64"/>
                    <p:cNvGrpSpPr/>
                    <p:nvPr/>
                  </p:nvGrpSpPr>
                  <p:grpSpPr>
                    <a:xfrm>
                      <a:off x="10452557" y="413364"/>
                      <a:ext cx="320303" cy="223391"/>
                      <a:chOff x="10452557" y="413364"/>
                      <a:chExt cx="320303" cy="223391"/>
                    </a:xfrm>
                  </p:grpSpPr>
                  <p:sp>
                    <p:nvSpPr>
                      <p:cNvPr id="657" name="Google Shape;657;p64"/>
                      <p:cNvSpPr/>
                      <p:nvPr/>
                    </p:nvSpPr>
                    <p:spPr>
                      <a:xfrm>
                        <a:off x="10503200" y="546706"/>
                        <a:ext cx="161301" cy="87163"/>
                      </a:xfrm>
                      <a:custGeom>
                        <a:avLst/>
                        <a:gdLst/>
                        <a:ahLst/>
                        <a:cxnLst/>
                        <a:rect l="l" t="t" r="r" b="b"/>
                        <a:pathLst>
                          <a:path w="161301" h="87163" extrusionOk="0">
                            <a:moveTo>
                              <a:pt x="5771" y="0"/>
                            </a:moveTo>
                            <a:cubicBezTo>
                              <a:pt x="3751" y="4618"/>
                              <a:pt x="1731" y="9236"/>
                              <a:pt x="0" y="13854"/>
                            </a:cubicBezTo>
                            <a:cubicBezTo>
                              <a:pt x="19044" y="30882"/>
                              <a:pt x="42706" y="46756"/>
                              <a:pt x="69830" y="60033"/>
                            </a:cubicBezTo>
                            <a:cubicBezTo>
                              <a:pt x="97819" y="73598"/>
                              <a:pt x="126386" y="82834"/>
                              <a:pt x="153222" y="87163"/>
                            </a:cubicBezTo>
                            <a:cubicBezTo>
                              <a:pt x="156107" y="83123"/>
                              <a:pt x="158704" y="78793"/>
                              <a:pt x="161301" y="74464"/>
                            </a:cubicBezTo>
                            <a:cubicBezTo>
                              <a:pt x="134177" y="71001"/>
                              <a:pt x="104456" y="61765"/>
                              <a:pt x="75601" y="47622"/>
                            </a:cubicBezTo>
                            <a:cubicBezTo>
                              <a:pt x="48477" y="34346"/>
                              <a:pt x="24527" y="17606"/>
                              <a:pt x="5771" y="0"/>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658" name="Google Shape;658;p64"/>
                      <p:cNvSpPr/>
                      <p:nvPr/>
                    </p:nvSpPr>
                    <p:spPr>
                      <a:xfrm>
                        <a:off x="10452557" y="413364"/>
                        <a:ext cx="320303" cy="223391"/>
                      </a:xfrm>
                      <a:custGeom>
                        <a:avLst/>
                        <a:gdLst/>
                        <a:ahLst/>
                        <a:cxnLst/>
                        <a:rect l="l" t="t" r="r" b="b"/>
                        <a:pathLst>
                          <a:path w="320303" h="223391" extrusionOk="0">
                            <a:moveTo>
                              <a:pt x="297068" y="105346"/>
                            </a:moveTo>
                            <a:cubicBezTo>
                              <a:pt x="275426" y="76484"/>
                              <a:pt x="240800" y="49643"/>
                              <a:pt x="200114" y="30016"/>
                            </a:cubicBezTo>
                            <a:cubicBezTo>
                              <a:pt x="160582" y="10679"/>
                              <a:pt x="119319" y="0"/>
                              <a:pt x="83827" y="0"/>
                            </a:cubicBezTo>
                            <a:cubicBezTo>
                              <a:pt x="44584" y="0"/>
                              <a:pt x="16883" y="12699"/>
                              <a:pt x="5341" y="36077"/>
                            </a:cubicBezTo>
                            <a:cubicBezTo>
                              <a:pt x="-8799" y="64939"/>
                              <a:pt x="5918" y="102749"/>
                              <a:pt x="40256" y="137383"/>
                            </a:cubicBezTo>
                            <a:cubicBezTo>
                              <a:pt x="42275" y="132765"/>
                              <a:pt x="44007" y="127859"/>
                              <a:pt x="46027" y="123241"/>
                            </a:cubicBezTo>
                            <a:cubicBezTo>
                              <a:pt x="19191" y="94379"/>
                              <a:pt x="7072" y="63785"/>
                              <a:pt x="17460" y="42138"/>
                            </a:cubicBezTo>
                            <a:cubicBezTo>
                              <a:pt x="26116" y="24244"/>
                              <a:pt x="50355" y="13854"/>
                              <a:pt x="83538" y="13854"/>
                            </a:cubicBezTo>
                            <a:cubicBezTo>
                              <a:pt x="117011" y="13854"/>
                              <a:pt x="156254" y="23955"/>
                              <a:pt x="193766" y="42427"/>
                            </a:cubicBezTo>
                            <a:cubicBezTo>
                              <a:pt x="232432" y="61476"/>
                              <a:pt x="265038" y="86586"/>
                              <a:pt x="285526" y="113716"/>
                            </a:cubicBezTo>
                            <a:cubicBezTo>
                              <a:pt x="304859" y="139403"/>
                              <a:pt x="310918" y="163359"/>
                              <a:pt x="302262" y="181253"/>
                            </a:cubicBezTo>
                            <a:cubicBezTo>
                              <a:pt x="293605" y="199148"/>
                              <a:pt x="269367" y="209538"/>
                              <a:pt x="236183" y="209538"/>
                            </a:cubicBezTo>
                            <a:cubicBezTo>
                              <a:pt x="233009" y="209538"/>
                              <a:pt x="229546" y="209249"/>
                              <a:pt x="226372" y="209249"/>
                            </a:cubicBezTo>
                            <a:cubicBezTo>
                              <a:pt x="223487" y="213579"/>
                              <a:pt x="220890" y="218197"/>
                              <a:pt x="218004" y="222526"/>
                            </a:cubicBezTo>
                            <a:cubicBezTo>
                              <a:pt x="224064" y="223103"/>
                              <a:pt x="230123" y="223392"/>
                              <a:pt x="236183" y="223392"/>
                            </a:cubicBezTo>
                            <a:cubicBezTo>
                              <a:pt x="275426" y="223392"/>
                              <a:pt x="303127" y="210692"/>
                              <a:pt x="314670" y="187314"/>
                            </a:cubicBezTo>
                            <a:cubicBezTo>
                              <a:pt x="326212" y="164513"/>
                              <a:pt x="319863" y="135651"/>
                              <a:pt x="297068" y="105346"/>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sp>
                  <p:nvSpPr>
                    <p:cNvPr id="659" name="Google Shape;659;p64"/>
                    <p:cNvSpPr/>
                    <p:nvPr/>
                  </p:nvSpPr>
                  <p:spPr>
                    <a:xfrm>
                      <a:off x="10454912" y="602121"/>
                      <a:ext cx="230941" cy="171151"/>
                    </a:xfrm>
                    <a:custGeom>
                      <a:avLst/>
                      <a:gdLst/>
                      <a:ahLst/>
                      <a:cxnLst/>
                      <a:rect l="l" t="t" r="r" b="b"/>
                      <a:pathLst>
                        <a:path w="230941" h="171151" extrusionOk="0">
                          <a:moveTo>
                            <a:pt x="211897" y="6350"/>
                          </a:moveTo>
                          <a:cubicBezTo>
                            <a:pt x="157072" y="95245"/>
                            <a:pt x="91282" y="158164"/>
                            <a:pt x="49731" y="158164"/>
                          </a:cubicBezTo>
                          <a:cubicBezTo>
                            <a:pt x="44248" y="158164"/>
                            <a:pt x="39343" y="157009"/>
                            <a:pt x="35014" y="154700"/>
                          </a:cubicBezTo>
                          <a:cubicBezTo>
                            <a:pt x="12507" y="142867"/>
                            <a:pt x="6448" y="96976"/>
                            <a:pt x="21164" y="32325"/>
                          </a:cubicBezTo>
                          <a:cubicBezTo>
                            <a:pt x="16547" y="32037"/>
                            <a:pt x="12219" y="31748"/>
                            <a:pt x="7890" y="31460"/>
                          </a:cubicBezTo>
                          <a:cubicBezTo>
                            <a:pt x="-7114" y="99285"/>
                            <a:pt x="-1055" y="150660"/>
                            <a:pt x="28955" y="166245"/>
                          </a:cubicBezTo>
                          <a:cubicBezTo>
                            <a:pt x="35014" y="169420"/>
                            <a:pt x="42228" y="171152"/>
                            <a:pt x="49731" y="171152"/>
                          </a:cubicBezTo>
                          <a:cubicBezTo>
                            <a:pt x="99073" y="171152"/>
                            <a:pt x="171212" y="102171"/>
                            <a:pt x="230942" y="0"/>
                          </a:cubicBezTo>
                          <a:cubicBezTo>
                            <a:pt x="224882" y="2598"/>
                            <a:pt x="218534" y="4618"/>
                            <a:pt x="211897" y="6350"/>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grpSp>
                <p:nvGrpSpPr>
                  <p:cNvPr id="660" name="Google Shape;660;p64"/>
                  <p:cNvGrpSpPr/>
                  <p:nvPr/>
                </p:nvGrpSpPr>
                <p:grpSpPr>
                  <a:xfrm>
                    <a:off x="10376966" y="420579"/>
                    <a:ext cx="472032" cy="208672"/>
                    <a:chOff x="10376966" y="420579"/>
                    <a:chExt cx="472032" cy="208672"/>
                  </a:xfrm>
                </p:grpSpPr>
                <p:sp>
                  <p:nvSpPr>
                    <p:cNvPr id="661" name="Google Shape;661;p64"/>
                    <p:cNvSpPr/>
                    <p:nvPr/>
                  </p:nvSpPr>
                  <p:spPr>
                    <a:xfrm>
                      <a:off x="10598134" y="557962"/>
                      <a:ext cx="157550" cy="57723"/>
                    </a:xfrm>
                    <a:custGeom>
                      <a:avLst/>
                      <a:gdLst/>
                      <a:ahLst/>
                      <a:cxnLst/>
                      <a:rect l="l" t="t" r="r" b="b"/>
                      <a:pathLst>
                        <a:path w="157550" h="57723" extrusionOk="0">
                          <a:moveTo>
                            <a:pt x="32029" y="42138"/>
                          </a:moveTo>
                          <a:cubicBezTo>
                            <a:pt x="21353" y="44736"/>
                            <a:pt x="10676" y="46756"/>
                            <a:pt x="0" y="48777"/>
                          </a:cubicBezTo>
                          <a:cubicBezTo>
                            <a:pt x="8657" y="52240"/>
                            <a:pt x="17025" y="55126"/>
                            <a:pt x="25393" y="57724"/>
                          </a:cubicBezTo>
                          <a:cubicBezTo>
                            <a:pt x="28567" y="57147"/>
                            <a:pt x="31741" y="56281"/>
                            <a:pt x="34915" y="55704"/>
                          </a:cubicBezTo>
                          <a:cubicBezTo>
                            <a:pt x="80218" y="45313"/>
                            <a:pt x="122346" y="30594"/>
                            <a:pt x="157550" y="13276"/>
                          </a:cubicBezTo>
                          <a:cubicBezTo>
                            <a:pt x="156684" y="8947"/>
                            <a:pt x="155530" y="4618"/>
                            <a:pt x="153799" y="0"/>
                          </a:cubicBezTo>
                          <a:cubicBezTo>
                            <a:pt x="119461" y="17029"/>
                            <a:pt x="77332" y="31748"/>
                            <a:pt x="32029" y="42138"/>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662" name="Google Shape;662;p64"/>
                    <p:cNvSpPr/>
                    <p:nvPr/>
                  </p:nvSpPr>
                  <p:spPr>
                    <a:xfrm>
                      <a:off x="10464534" y="437319"/>
                      <a:ext cx="149759" cy="57723"/>
                    </a:xfrm>
                    <a:custGeom>
                      <a:avLst/>
                      <a:gdLst/>
                      <a:ahLst/>
                      <a:cxnLst/>
                      <a:rect l="l" t="t" r="r" b="b"/>
                      <a:pathLst>
                        <a:path w="149759" h="57723" extrusionOk="0">
                          <a:moveTo>
                            <a:pt x="0" y="44159"/>
                          </a:moveTo>
                          <a:cubicBezTo>
                            <a:pt x="577" y="48488"/>
                            <a:pt x="1731" y="53106"/>
                            <a:pt x="3174" y="57724"/>
                          </a:cubicBezTo>
                          <a:cubicBezTo>
                            <a:pt x="36646" y="40407"/>
                            <a:pt x="79929" y="24244"/>
                            <a:pt x="131003" y="12411"/>
                          </a:cubicBezTo>
                          <a:cubicBezTo>
                            <a:pt x="137351" y="10968"/>
                            <a:pt x="143411" y="9524"/>
                            <a:pt x="149759" y="8370"/>
                          </a:cubicBezTo>
                          <a:cubicBezTo>
                            <a:pt x="140814" y="5195"/>
                            <a:pt x="132157" y="2309"/>
                            <a:pt x="123501" y="0"/>
                          </a:cubicBezTo>
                          <a:cubicBezTo>
                            <a:pt x="76178" y="11545"/>
                            <a:pt x="34049" y="26842"/>
                            <a:pt x="0" y="44159"/>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663" name="Google Shape;663;p64"/>
                    <p:cNvSpPr/>
                    <p:nvPr/>
                  </p:nvSpPr>
                  <p:spPr>
                    <a:xfrm>
                      <a:off x="10376966" y="488405"/>
                      <a:ext cx="220302" cy="140846"/>
                    </a:xfrm>
                    <a:custGeom>
                      <a:avLst/>
                      <a:gdLst/>
                      <a:ahLst/>
                      <a:cxnLst/>
                      <a:rect l="l" t="t" r="r" b="b"/>
                      <a:pathLst>
                        <a:path w="220302" h="140846" extrusionOk="0">
                          <a:moveTo>
                            <a:pt x="196064" y="122375"/>
                          </a:moveTo>
                          <a:cubicBezTo>
                            <a:pt x="172403" y="125550"/>
                            <a:pt x="149318" y="127281"/>
                            <a:pt x="127966" y="127281"/>
                          </a:cubicBezTo>
                          <a:cubicBezTo>
                            <a:pt x="63330" y="127281"/>
                            <a:pt x="19758" y="112273"/>
                            <a:pt x="14276" y="88029"/>
                          </a:cubicBezTo>
                          <a:cubicBezTo>
                            <a:pt x="9659" y="67537"/>
                            <a:pt x="33320" y="39541"/>
                            <a:pt x="78623" y="13565"/>
                          </a:cubicBezTo>
                          <a:cubicBezTo>
                            <a:pt x="76892" y="8947"/>
                            <a:pt x="75737" y="4618"/>
                            <a:pt x="74872" y="0"/>
                          </a:cubicBezTo>
                          <a:cubicBezTo>
                            <a:pt x="23509" y="28862"/>
                            <a:pt x="-5923" y="62053"/>
                            <a:pt x="1002" y="90915"/>
                          </a:cubicBezTo>
                          <a:cubicBezTo>
                            <a:pt x="8505" y="122663"/>
                            <a:pt x="54673" y="140846"/>
                            <a:pt x="128254" y="140846"/>
                          </a:cubicBezTo>
                          <a:cubicBezTo>
                            <a:pt x="156821" y="140846"/>
                            <a:pt x="188273" y="137960"/>
                            <a:pt x="220303" y="132476"/>
                          </a:cubicBezTo>
                          <a:cubicBezTo>
                            <a:pt x="211934" y="129590"/>
                            <a:pt x="203855" y="126127"/>
                            <a:pt x="196064" y="122375"/>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664" name="Google Shape;664;p64"/>
                    <p:cNvSpPr/>
                    <p:nvPr/>
                  </p:nvSpPr>
                  <p:spPr>
                    <a:xfrm>
                      <a:off x="10615159" y="420579"/>
                      <a:ext cx="233839" cy="143732"/>
                    </a:xfrm>
                    <a:custGeom>
                      <a:avLst/>
                      <a:gdLst/>
                      <a:ahLst/>
                      <a:cxnLst/>
                      <a:rect l="l" t="t" r="r" b="b"/>
                      <a:pathLst>
                        <a:path w="233839" h="143732" extrusionOk="0">
                          <a:moveTo>
                            <a:pt x="232862" y="49931"/>
                          </a:moveTo>
                          <a:cubicBezTo>
                            <a:pt x="225649" y="18183"/>
                            <a:pt x="179191" y="0"/>
                            <a:pt x="105610" y="0"/>
                          </a:cubicBezTo>
                          <a:cubicBezTo>
                            <a:pt x="73004" y="0"/>
                            <a:pt x="36646" y="3752"/>
                            <a:pt x="0" y="10968"/>
                          </a:cubicBezTo>
                          <a:cubicBezTo>
                            <a:pt x="8080" y="13854"/>
                            <a:pt x="16159" y="17029"/>
                            <a:pt x="24238" y="20492"/>
                          </a:cubicBezTo>
                          <a:cubicBezTo>
                            <a:pt x="52517" y="15874"/>
                            <a:pt x="80218" y="13565"/>
                            <a:pt x="105610" y="13565"/>
                          </a:cubicBezTo>
                          <a:cubicBezTo>
                            <a:pt x="170246" y="13565"/>
                            <a:pt x="213818" y="28573"/>
                            <a:pt x="219300" y="52817"/>
                          </a:cubicBezTo>
                          <a:cubicBezTo>
                            <a:pt x="223629" y="71289"/>
                            <a:pt x="205161" y="95533"/>
                            <a:pt x="168804" y="118911"/>
                          </a:cubicBezTo>
                          <a:cubicBezTo>
                            <a:pt x="162455" y="122952"/>
                            <a:pt x="155819" y="126704"/>
                            <a:pt x="148893" y="130456"/>
                          </a:cubicBezTo>
                          <a:cubicBezTo>
                            <a:pt x="150625" y="135074"/>
                            <a:pt x="152068" y="139403"/>
                            <a:pt x="153222" y="143733"/>
                          </a:cubicBezTo>
                          <a:cubicBezTo>
                            <a:pt x="161301" y="139403"/>
                            <a:pt x="169092" y="134785"/>
                            <a:pt x="176306" y="130456"/>
                          </a:cubicBezTo>
                          <a:cubicBezTo>
                            <a:pt x="218723" y="103615"/>
                            <a:pt x="238633" y="74753"/>
                            <a:pt x="232862" y="49931"/>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grpSp>
            <p:sp>
              <p:nvSpPr>
                <p:cNvPr id="665" name="Google Shape;665;p64"/>
                <p:cNvSpPr/>
                <p:nvPr/>
              </p:nvSpPr>
              <p:spPr>
                <a:xfrm>
                  <a:off x="10571587" y="488116"/>
                  <a:ext cx="76178" cy="76195"/>
                </a:xfrm>
                <a:custGeom>
                  <a:avLst/>
                  <a:gdLst/>
                  <a:ahLst/>
                  <a:cxnLst/>
                  <a:rect l="l" t="t" r="r" b="b"/>
                  <a:pathLst>
                    <a:path w="76178" h="76195" extrusionOk="0">
                      <a:moveTo>
                        <a:pt x="76178" y="38098"/>
                      </a:moveTo>
                      <a:cubicBezTo>
                        <a:pt x="76178" y="59167"/>
                        <a:pt x="59153" y="76196"/>
                        <a:pt x="38089" y="76196"/>
                      </a:cubicBezTo>
                      <a:cubicBezTo>
                        <a:pt x="17025" y="76196"/>
                        <a:pt x="0" y="59167"/>
                        <a:pt x="0" y="38098"/>
                      </a:cubicBezTo>
                      <a:cubicBezTo>
                        <a:pt x="0" y="17029"/>
                        <a:pt x="17025" y="0"/>
                        <a:pt x="38089" y="0"/>
                      </a:cubicBezTo>
                      <a:cubicBezTo>
                        <a:pt x="59153" y="0"/>
                        <a:pt x="76178" y="17029"/>
                        <a:pt x="76178" y="38098"/>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grpSp>
            <p:nvGrpSpPr>
              <p:cNvPr id="666" name="Google Shape;666;p64"/>
              <p:cNvGrpSpPr/>
              <p:nvPr/>
            </p:nvGrpSpPr>
            <p:grpSpPr>
              <a:xfrm>
                <a:off x="10534652" y="276558"/>
                <a:ext cx="236032" cy="179521"/>
                <a:chOff x="10534652" y="276558"/>
                <a:chExt cx="236032" cy="179521"/>
              </a:xfrm>
            </p:grpSpPr>
            <p:sp>
              <p:nvSpPr>
                <p:cNvPr id="667" name="Google Shape;667;p64"/>
                <p:cNvSpPr/>
                <p:nvPr/>
              </p:nvSpPr>
              <p:spPr>
                <a:xfrm>
                  <a:off x="10534652" y="424620"/>
                  <a:ext cx="33472" cy="31459"/>
                </a:xfrm>
                <a:custGeom>
                  <a:avLst/>
                  <a:gdLst/>
                  <a:ahLst/>
                  <a:cxnLst/>
                  <a:rect l="l" t="t" r="r" b="b"/>
                  <a:pathLst>
                    <a:path w="33472" h="31459" extrusionOk="0">
                      <a:moveTo>
                        <a:pt x="18467" y="25976"/>
                      </a:moveTo>
                      <a:cubicBezTo>
                        <a:pt x="23373" y="17894"/>
                        <a:pt x="28278" y="9813"/>
                        <a:pt x="33472" y="2020"/>
                      </a:cubicBezTo>
                      <a:cubicBezTo>
                        <a:pt x="28567" y="1154"/>
                        <a:pt x="23661" y="577"/>
                        <a:pt x="18756" y="0"/>
                      </a:cubicBezTo>
                      <a:cubicBezTo>
                        <a:pt x="12408" y="10102"/>
                        <a:pt x="6060" y="20492"/>
                        <a:pt x="0" y="31460"/>
                      </a:cubicBezTo>
                      <a:cubicBezTo>
                        <a:pt x="6060" y="29728"/>
                        <a:pt x="12408" y="27708"/>
                        <a:pt x="18467" y="25976"/>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668" name="Google Shape;668;p64"/>
                <p:cNvSpPr/>
                <p:nvPr/>
              </p:nvSpPr>
              <p:spPr>
                <a:xfrm>
                  <a:off x="10562065" y="276558"/>
                  <a:ext cx="208619" cy="152968"/>
                </a:xfrm>
                <a:custGeom>
                  <a:avLst/>
                  <a:gdLst/>
                  <a:ahLst/>
                  <a:cxnLst/>
                  <a:rect l="l" t="t" r="r" b="b"/>
                  <a:pathLst>
                    <a:path w="208619" h="152968" extrusionOk="0">
                      <a:moveTo>
                        <a:pt x="14428" y="137672"/>
                      </a:moveTo>
                      <a:cubicBezTo>
                        <a:pt x="65213" y="63496"/>
                        <a:pt x="121769" y="13277"/>
                        <a:pt x="158704" y="13277"/>
                      </a:cubicBezTo>
                      <a:cubicBezTo>
                        <a:pt x="164187" y="13277"/>
                        <a:pt x="169092" y="14431"/>
                        <a:pt x="173420" y="16740"/>
                      </a:cubicBezTo>
                      <a:cubicBezTo>
                        <a:pt x="197370" y="29439"/>
                        <a:pt x="202564" y="80525"/>
                        <a:pt x="184385" y="151525"/>
                      </a:cubicBezTo>
                      <a:cubicBezTo>
                        <a:pt x="189002" y="151814"/>
                        <a:pt x="193331" y="152391"/>
                        <a:pt x="197659" y="152969"/>
                      </a:cubicBezTo>
                      <a:cubicBezTo>
                        <a:pt x="216415" y="78793"/>
                        <a:pt x="211509" y="21646"/>
                        <a:pt x="179769" y="4907"/>
                      </a:cubicBezTo>
                      <a:cubicBezTo>
                        <a:pt x="173420" y="1732"/>
                        <a:pt x="166495" y="0"/>
                        <a:pt x="158993" y="0"/>
                      </a:cubicBezTo>
                      <a:cubicBezTo>
                        <a:pt x="115710" y="0"/>
                        <a:pt x="54825" y="53106"/>
                        <a:pt x="0" y="135363"/>
                      </a:cubicBezTo>
                      <a:cubicBezTo>
                        <a:pt x="4617" y="135940"/>
                        <a:pt x="9522" y="136806"/>
                        <a:pt x="14428" y="137672"/>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grpSp>
        <p:grpSp>
          <p:nvGrpSpPr>
            <p:cNvPr id="669" name="Google Shape;669;p64"/>
            <p:cNvGrpSpPr/>
            <p:nvPr/>
          </p:nvGrpSpPr>
          <p:grpSpPr>
            <a:xfrm>
              <a:off x="10697974" y="665040"/>
              <a:ext cx="904612" cy="211558"/>
              <a:chOff x="10697974" y="665040"/>
              <a:chExt cx="904612" cy="211558"/>
            </a:xfrm>
          </p:grpSpPr>
          <p:sp>
            <p:nvSpPr>
              <p:cNvPr id="670" name="Google Shape;670;p64"/>
              <p:cNvSpPr/>
              <p:nvPr/>
            </p:nvSpPr>
            <p:spPr>
              <a:xfrm>
                <a:off x="10697974" y="665040"/>
                <a:ext cx="207469" cy="211558"/>
              </a:xfrm>
              <a:custGeom>
                <a:avLst/>
                <a:gdLst/>
                <a:ahLst/>
                <a:cxnLst/>
                <a:rect l="l" t="t" r="r" b="b"/>
                <a:pathLst>
                  <a:path w="207469" h="211558" extrusionOk="0">
                    <a:moveTo>
                      <a:pt x="174863" y="211558"/>
                    </a:moveTo>
                    <a:lnTo>
                      <a:pt x="174863" y="61187"/>
                    </a:lnTo>
                    <a:lnTo>
                      <a:pt x="103879" y="150660"/>
                    </a:lnTo>
                    <a:lnTo>
                      <a:pt x="32606" y="61187"/>
                    </a:lnTo>
                    <a:lnTo>
                      <a:pt x="32606" y="211558"/>
                    </a:lnTo>
                    <a:lnTo>
                      <a:pt x="0" y="211558"/>
                    </a:lnTo>
                    <a:lnTo>
                      <a:pt x="0" y="0"/>
                    </a:lnTo>
                    <a:lnTo>
                      <a:pt x="19045" y="0"/>
                    </a:lnTo>
                    <a:lnTo>
                      <a:pt x="103879" y="107367"/>
                    </a:lnTo>
                    <a:lnTo>
                      <a:pt x="188714" y="0"/>
                    </a:lnTo>
                    <a:lnTo>
                      <a:pt x="207470" y="0"/>
                    </a:lnTo>
                    <a:lnTo>
                      <a:pt x="207470" y="211558"/>
                    </a:lnTo>
                    <a:lnTo>
                      <a:pt x="174863" y="211558"/>
                    </a:ln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671" name="Google Shape;671;p64"/>
              <p:cNvSpPr/>
              <p:nvPr/>
            </p:nvSpPr>
            <p:spPr>
              <a:xfrm>
                <a:off x="10932279" y="665040"/>
                <a:ext cx="163321" cy="211558"/>
              </a:xfrm>
              <a:custGeom>
                <a:avLst/>
                <a:gdLst/>
                <a:ahLst/>
                <a:cxnLst/>
                <a:rect l="l" t="t" r="r" b="b"/>
                <a:pathLst>
                  <a:path w="163321" h="211558" extrusionOk="0">
                    <a:moveTo>
                      <a:pt x="130715" y="211558"/>
                    </a:moveTo>
                    <a:lnTo>
                      <a:pt x="130715" y="62342"/>
                    </a:lnTo>
                    <a:lnTo>
                      <a:pt x="19045" y="211558"/>
                    </a:lnTo>
                    <a:lnTo>
                      <a:pt x="0" y="211558"/>
                    </a:lnTo>
                    <a:lnTo>
                      <a:pt x="0" y="0"/>
                    </a:lnTo>
                    <a:lnTo>
                      <a:pt x="32607" y="0"/>
                    </a:lnTo>
                    <a:lnTo>
                      <a:pt x="32607" y="149216"/>
                    </a:lnTo>
                    <a:lnTo>
                      <a:pt x="144277" y="0"/>
                    </a:lnTo>
                    <a:lnTo>
                      <a:pt x="163321" y="0"/>
                    </a:lnTo>
                    <a:lnTo>
                      <a:pt x="163321" y="211558"/>
                    </a:lnTo>
                    <a:lnTo>
                      <a:pt x="130715" y="211558"/>
                    </a:ln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672" name="Google Shape;672;p64"/>
              <p:cNvSpPr/>
              <p:nvPr/>
            </p:nvSpPr>
            <p:spPr>
              <a:xfrm>
                <a:off x="11439266" y="665040"/>
                <a:ext cx="163320" cy="211558"/>
              </a:xfrm>
              <a:custGeom>
                <a:avLst/>
                <a:gdLst/>
                <a:ahLst/>
                <a:cxnLst/>
                <a:rect l="l" t="t" r="r" b="b"/>
                <a:pathLst>
                  <a:path w="163320" h="211558" extrusionOk="0">
                    <a:moveTo>
                      <a:pt x="130715" y="211558"/>
                    </a:moveTo>
                    <a:lnTo>
                      <a:pt x="130715" y="62342"/>
                    </a:lnTo>
                    <a:lnTo>
                      <a:pt x="19044" y="211558"/>
                    </a:lnTo>
                    <a:lnTo>
                      <a:pt x="0" y="211558"/>
                    </a:lnTo>
                    <a:lnTo>
                      <a:pt x="0" y="0"/>
                    </a:lnTo>
                    <a:lnTo>
                      <a:pt x="32606" y="0"/>
                    </a:lnTo>
                    <a:lnTo>
                      <a:pt x="32606" y="149216"/>
                    </a:lnTo>
                    <a:lnTo>
                      <a:pt x="144277" y="0"/>
                    </a:lnTo>
                    <a:lnTo>
                      <a:pt x="163321" y="0"/>
                    </a:lnTo>
                    <a:lnTo>
                      <a:pt x="163321" y="211558"/>
                    </a:lnTo>
                    <a:lnTo>
                      <a:pt x="130715" y="211558"/>
                    </a:ln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grpSp>
          <p:nvGrpSpPr>
            <p:cNvPr id="673" name="Google Shape;673;p64"/>
            <p:cNvGrpSpPr/>
            <p:nvPr/>
          </p:nvGrpSpPr>
          <p:grpSpPr>
            <a:xfrm>
              <a:off x="11254015" y="502836"/>
              <a:ext cx="378869" cy="92070"/>
              <a:chOff x="11254015" y="502836"/>
              <a:chExt cx="378869" cy="92070"/>
            </a:xfrm>
          </p:grpSpPr>
          <p:sp>
            <p:nvSpPr>
              <p:cNvPr id="674" name="Google Shape;674;p64"/>
              <p:cNvSpPr/>
              <p:nvPr/>
            </p:nvSpPr>
            <p:spPr>
              <a:xfrm>
                <a:off x="11254015" y="502836"/>
                <a:ext cx="76466" cy="92069"/>
              </a:xfrm>
              <a:custGeom>
                <a:avLst/>
                <a:gdLst/>
                <a:ahLst/>
                <a:cxnLst/>
                <a:rect l="l" t="t" r="r" b="b"/>
                <a:pathLst>
                  <a:path w="76466" h="92069" extrusionOk="0">
                    <a:moveTo>
                      <a:pt x="57133" y="92070"/>
                    </a:moveTo>
                    <a:lnTo>
                      <a:pt x="57133" y="54549"/>
                    </a:lnTo>
                    <a:lnTo>
                      <a:pt x="19333" y="54549"/>
                    </a:lnTo>
                    <a:lnTo>
                      <a:pt x="19333" y="92070"/>
                    </a:lnTo>
                    <a:lnTo>
                      <a:pt x="0" y="92070"/>
                    </a:lnTo>
                    <a:lnTo>
                      <a:pt x="0" y="0"/>
                    </a:lnTo>
                    <a:lnTo>
                      <a:pt x="19333" y="0"/>
                    </a:lnTo>
                    <a:lnTo>
                      <a:pt x="19333" y="37232"/>
                    </a:lnTo>
                    <a:lnTo>
                      <a:pt x="57133" y="37232"/>
                    </a:lnTo>
                    <a:lnTo>
                      <a:pt x="57133" y="0"/>
                    </a:lnTo>
                    <a:lnTo>
                      <a:pt x="76467" y="0"/>
                    </a:lnTo>
                    <a:lnTo>
                      <a:pt x="76467" y="92070"/>
                    </a:lnTo>
                    <a:lnTo>
                      <a:pt x="57133" y="92070"/>
                    </a:ln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675" name="Google Shape;675;p64"/>
              <p:cNvSpPr/>
              <p:nvPr/>
            </p:nvSpPr>
            <p:spPr>
              <a:xfrm>
                <a:off x="11352412" y="502836"/>
                <a:ext cx="77332" cy="92069"/>
              </a:xfrm>
              <a:custGeom>
                <a:avLst/>
                <a:gdLst/>
                <a:ahLst/>
                <a:cxnLst/>
                <a:rect l="l" t="t" r="r" b="b"/>
                <a:pathLst>
                  <a:path w="77332" h="92069" extrusionOk="0">
                    <a:moveTo>
                      <a:pt x="57711" y="92070"/>
                    </a:moveTo>
                    <a:lnTo>
                      <a:pt x="57711" y="34346"/>
                    </a:lnTo>
                    <a:lnTo>
                      <a:pt x="11253" y="92070"/>
                    </a:lnTo>
                    <a:lnTo>
                      <a:pt x="0" y="92070"/>
                    </a:lnTo>
                    <a:lnTo>
                      <a:pt x="0" y="0"/>
                    </a:lnTo>
                    <a:lnTo>
                      <a:pt x="19333" y="0"/>
                    </a:lnTo>
                    <a:lnTo>
                      <a:pt x="19333" y="58013"/>
                    </a:lnTo>
                    <a:lnTo>
                      <a:pt x="65790" y="0"/>
                    </a:lnTo>
                    <a:lnTo>
                      <a:pt x="77332" y="0"/>
                    </a:lnTo>
                    <a:lnTo>
                      <a:pt x="77332" y="92070"/>
                    </a:lnTo>
                    <a:lnTo>
                      <a:pt x="57711" y="92070"/>
                    </a:ln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676" name="Google Shape;676;p64"/>
              <p:cNvSpPr/>
              <p:nvPr/>
            </p:nvSpPr>
            <p:spPr>
              <a:xfrm>
                <a:off x="11445326" y="503125"/>
                <a:ext cx="77620" cy="91781"/>
              </a:xfrm>
              <a:custGeom>
                <a:avLst/>
                <a:gdLst/>
                <a:ahLst/>
                <a:cxnLst/>
                <a:rect l="l" t="t" r="r" b="b"/>
                <a:pathLst>
                  <a:path w="77620" h="91781" extrusionOk="0">
                    <a:moveTo>
                      <a:pt x="58576" y="91781"/>
                    </a:moveTo>
                    <a:lnTo>
                      <a:pt x="58576" y="69269"/>
                    </a:lnTo>
                    <a:lnTo>
                      <a:pt x="47611" y="69269"/>
                    </a:lnTo>
                    <a:cubicBezTo>
                      <a:pt x="38089" y="69557"/>
                      <a:pt x="35492" y="71578"/>
                      <a:pt x="27990" y="82545"/>
                    </a:cubicBezTo>
                    <a:lnTo>
                      <a:pt x="21641" y="91781"/>
                    </a:lnTo>
                    <a:lnTo>
                      <a:pt x="0" y="91781"/>
                    </a:lnTo>
                    <a:lnTo>
                      <a:pt x="8368" y="79659"/>
                    </a:lnTo>
                    <a:cubicBezTo>
                      <a:pt x="14428" y="70712"/>
                      <a:pt x="18756" y="66094"/>
                      <a:pt x="23084" y="63496"/>
                    </a:cubicBezTo>
                    <a:cubicBezTo>
                      <a:pt x="9811" y="58590"/>
                      <a:pt x="2020" y="48199"/>
                      <a:pt x="2020" y="34634"/>
                    </a:cubicBezTo>
                    <a:cubicBezTo>
                      <a:pt x="2020" y="15297"/>
                      <a:pt x="17025" y="0"/>
                      <a:pt x="44437" y="0"/>
                    </a:cubicBezTo>
                    <a:lnTo>
                      <a:pt x="77621" y="0"/>
                    </a:lnTo>
                    <a:lnTo>
                      <a:pt x="77621" y="91781"/>
                    </a:lnTo>
                    <a:lnTo>
                      <a:pt x="58576" y="91781"/>
                    </a:lnTo>
                    <a:close/>
                    <a:moveTo>
                      <a:pt x="42706" y="17029"/>
                    </a:moveTo>
                    <a:cubicBezTo>
                      <a:pt x="30010" y="17029"/>
                      <a:pt x="20199" y="22801"/>
                      <a:pt x="20199" y="34634"/>
                    </a:cubicBezTo>
                    <a:cubicBezTo>
                      <a:pt x="20199" y="47045"/>
                      <a:pt x="30010" y="52240"/>
                      <a:pt x="42706" y="52240"/>
                    </a:cubicBezTo>
                    <a:lnTo>
                      <a:pt x="58576" y="52240"/>
                    </a:lnTo>
                    <a:lnTo>
                      <a:pt x="58576" y="17029"/>
                    </a:lnTo>
                    <a:lnTo>
                      <a:pt x="42706" y="17029"/>
                    </a:ln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677" name="Google Shape;677;p64"/>
              <p:cNvSpPr/>
              <p:nvPr/>
            </p:nvSpPr>
            <p:spPr>
              <a:xfrm>
                <a:off x="11539971" y="502836"/>
                <a:ext cx="92913" cy="92069"/>
              </a:xfrm>
              <a:custGeom>
                <a:avLst/>
                <a:gdLst/>
                <a:ahLst/>
                <a:cxnLst/>
                <a:rect l="l" t="t" r="r" b="b"/>
                <a:pathLst>
                  <a:path w="92913" h="92069" extrusionOk="0">
                    <a:moveTo>
                      <a:pt x="15293" y="92070"/>
                    </a:moveTo>
                    <a:lnTo>
                      <a:pt x="35492" y="58878"/>
                    </a:lnTo>
                    <a:lnTo>
                      <a:pt x="0" y="0"/>
                    </a:lnTo>
                    <a:lnTo>
                      <a:pt x="21930" y="0"/>
                    </a:lnTo>
                    <a:lnTo>
                      <a:pt x="46457" y="40118"/>
                    </a:lnTo>
                    <a:lnTo>
                      <a:pt x="70984" y="0"/>
                    </a:lnTo>
                    <a:lnTo>
                      <a:pt x="92914" y="0"/>
                    </a:lnTo>
                    <a:lnTo>
                      <a:pt x="37223" y="92070"/>
                    </a:lnTo>
                    <a:lnTo>
                      <a:pt x="15293" y="92070"/>
                    </a:ln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sp>
          <p:nvSpPr>
            <p:cNvPr id="678" name="Google Shape;678;p64"/>
            <p:cNvSpPr/>
            <p:nvPr/>
          </p:nvSpPr>
          <p:spPr>
            <a:xfrm>
              <a:off x="11108585" y="665040"/>
              <a:ext cx="318274" cy="210981"/>
            </a:xfrm>
            <a:custGeom>
              <a:avLst/>
              <a:gdLst/>
              <a:ahLst/>
              <a:cxnLst/>
              <a:rect l="l" t="t" r="r" b="b"/>
              <a:pathLst>
                <a:path w="318274" h="210981" extrusionOk="0">
                  <a:moveTo>
                    <a:pt x="233439" y="7504"/>
                  </a:moveTo>
                  <a:cubicBezTo>
                    <a:pt x="208335" y="7504"/>
                    <a:pt x="186694" y="20492"/>
                    <a:pt x="175152" y="38964"/>
                  </a:cubicBezTo>
                  <a:lnTo>
                    <a:pt x="175152" y="0"/>
                  </a:lnTo>
                  <a:lnTo>
                    <a:pt x="142545" y="0"/>
                  </a:lnTo>
                  <a:lnTo>
                    <a:pt x="142545" y="94956"/>
                  </a:lnTo>
                  <a:cubicBezTo>
                    <a:pt x="142545" y="127570"/>
                    <a:pt x="118307" y="151237"/>
                    <a:pt x="87720" y="151237"/>
                  </a:cubicBezTo>
                  <a:cubicBezTo>
                    <a:pt x="56845" y="151237"/>
                    <a:pt x="32895" y="127570"/>
                    <a:pt x="32895" y="94956"/>
                  </a:cubicBezTo>
                  <a:cubicBezTo>
                    <a:pt x="32895" y="62342"/>
                    <a:pt x="57134" y="38386"/>
                    <a:pt x="87720" y="38386"/>
                  </a:cubicBezTo>
                  <a:cubicBezTo>
                    <a:pt x="103879" y="38386"/>
                    <a:pt x="118307" y="45025"/>
                    <a:pt x="128406" y="56281"/>
                  </a:cubicBezTo>
                  <a:lnTo>
                    <a:pt x="128406" y="23090"/>
                  </a:lnTo>
                  <a:cubicBezTo>
                    <a:pt x="116575" y="13565"/>
                    <a:pt x="101282" y="7504"/>
                    <a:pt x="84546" y="7504"/>
                  </a:cubicBezTo>
                  <a:cubicBezTo>
                    <a:pt x="34049" y="7504"/>
                    <a:pt x="0" y="46179"/>
                    <a:pt x="0" y="94667"/>
                  </a:cubicBezTo>
                  <a:cubicBezTo>
                    <a:pt x="0" y="143155"/>
                    <a:pt x="34049" y="181542"/>
                    <a:pt x="84546" y="181542"/>
                  </a:cubicBezTo>
                  <a:cubicBezTo>
                    <a:pt x="109650" y="181542"/>
                    <a:pt x="131292" y="168843"/>
                    <a:pt x="142834" y="150371"/>
                  </a:cubicBezTo>
                  <a:lnTo>
                    <a:pt x="142834" y="210981"/>
                  </a:lnTo>
                  <a:lnTo>
                    <a:pt x="176017" y="210981"/>
                  </a:lnTo>
                  <a:lnTo>
                    <a:pt x="176017" y="90049"/>
                  </a:lnTo>
                  <a:lnTo>
                    <a:pt x="176017" y="90049"/>
                  </a:lnTo>
                  <a:cubicBezTo>
                    <a:pt x="178037" y="59744"/>
                    <a:pt x="201410" y="37809"/>
                    <a:pt x="230843" y="37809"/>
                  </a:cubicBezTo>
                  <a:cubicBezTo>
                    <a:pt x="261718" y="37809"/>
                    <a:pt x="285668" y="61765"/>
                    <a:pt x="285668" y="94379"/>
                  </a:cubicBezTo>
                  <a:cubicBezTo>
                    <a:pt x="285668" y="126993"/>
                    <a:pt x="261429" y="150660"/>
                    <a:pt x="230843" y="150660"/>
                  </a:cubicBezTo>
                  <a:cubicBezTo>
                    <a:pt x="214683" y="150660"/>
                    <a:pt x="200544" y="144021"/>
                    <a:pt x="190734" y="133342"/>
                  </a:cubicBezTo>
                  <a:lnTo>
                    <a:pt x="190734" y="166822"/>
                  </a:lnTo>
                  <a:cubicBezTo>
                    <a:pt x="202276" y="175770"/>
                    <a:pt x="217281" y="181542"/>
                    <a:pt x="234017" y="181542"/>
                  </a:cubicBezTo>
                  <a:cubicBezTo>
                    <a:pt x="284225" y="181542"/>
                    <a:pt x="318274" y="143155"/>
                    <a:pt x="318274" y="94667"/>
                  </a:cubicBezTo>
                  <a:cubicBezTo>
                    <a:pt x="317697" y="46179"/>
                    <a:pt x="283359" y="7504"/>
                    <a:pt x="233439" y="7504"/>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Пустой слайд 2">
  <p:cSld name="Пустой слайд 2">
    <p:spTree>
      <p:nvGrpSpPr>
        <p:cNvPr id="1" name="Shape 881"/>
        <p:cNvGrpSpPr/>
        <p:nvPr/>
      </p:nvGrpSpPr>
      <p:grpSpPr>
        <a:xfrm>
          <a:off x="0" y="0"/>
          <a:ext cx="0" cy="0"/>
          <a:chOff x="0" y="0"/>
          <a:chExt cx="0" cy="0"/>
        </a:xfrm>
      </p:grpSpPr>
      <p:sp>
        <p:nvSpPr>
          <p:cNvPr id="882" name="Google Shape;882;p70"/>
          <p:cNvSpPr/>
          <p:nvPr/>
        </p:nvSpPr>
        <p:spPr>
          <a:xfrm>
            <a:off x="11641138" y="6453188"/>
            <a:ext cx="41549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fld id="{00000000-1234-1234-1234-123412341234}" type="slidenum">
              <a:rPr lang="ru-RU" sz="1400">
                <a:solidFill>
                  <a:srgbClr val="8F9092"/>
                </a:solidFill>
                <a:latin typeface="Montserrat"/>
                <a:ea typeface="Montserrat"/>
                <a:cs typeface="Montserrat"/>
                <a:sym typeface="Montserrat"/>
              </a:rPr>
              <a:t>‹#›</a:t>
            </a:fld>
            <a:endParaRPr sz="1400">
              <a:solidFill>
                <a:srgbClr val="8F9092"/>
              </a:solidFill>
              <a:latin typeface="Montserrat"/>
              <a:ea typeface="Montserrat"/>
              <a:cs typeface="Montserrat"/>
              <a:sym typeface="Montserrat"/>
            </a:endParaRPr>
          </a:p>
        </p:txBody>
      </p:sp>
      <p:grpSp>
        <p:nvGrpSpPr>
          <p:cNvPr id="883" name="Google Shape;883;p70"/>
          <p:cNvGrpSpPr/>
          <p:nvPr/>
        </p:nvGrpSpPr>
        <p:grpSpPr>
          <a:xfrm>
            <a:off x="10376966" y="276558"/>
            <a:ext cx="1255918" cy="600040"/>
            <a:chOff x="10376966" y="276558"/>
            <a:chExt cx="1255918" cy="600040"/>
          </a:xfrm>
        </p:grpSpPr>
        <p:grpSp>
          <p:nvGrpSpPr>
            <p:cNvPr id="884" name="Google Shape;884;p70"/>
            <p:cNvGrpSpPr/>
            <p:nvPr/>
          </p:nvGrpSpPr>
          <p:grpSpPr>
            <a:xfrm>
              <a:off x="10376966" y="276558"/>
              <a:ext cx="472032" cy="496714"/>
              <a:chOff x="10376966" y="276558"/>
              <a:chExt cx="472032" cy="496714"/>
            </a:xfrm>
          </p:grpSpPr>
          <p:grpSp>
            <p:nvGrpSpPr>
              <p:cNvPr id="885" name="Google Shape;885;p70"/>
              <p:cNvGrpSpPr/>
              <p:nvPr/>
            </p:nvGrpSpPr>
            <p:grpSpPr>
              <a:xfrm>
                <a:off x="10376966" y="413364"/>
                <a:ext cx="472032" cy="359908"/>
                <a:chOff x="10376966" y="413364"/>
                <a:chExt cx="472032" cy="359908"/>
              </a:xfrm>
            </p:grpSpPr>
            <p:grpSp>
              <p:nvGrpSpPr>
                <p:cNvPr id="886" name="Google Shape;886;p70"/>
                <p:cNvGrpSpPr/>
                <p:nvPr/>
              </p:nvGrpSpPr>
              <p:grpSpPr>
                <a:xfrm>
                  <a:off x="10376966" y="413364"/>
                  <a:ext cx="472032" cy="359908"/>
                  <a:chOff x="10376966" y="413364"/>
                  <a:chExt cx="472032" cy="359908"/>
                </a:xfrm>
              </p:grpSpPr>
              <p:grpSp>
                <p:nvGrpSpPr>
                  <p:cNvPr id="887" name="Google Shape;887;p70"/>
                  <p:cNvGrpSpPr/>
                  <p:nvPr/>
                </p:nvGrpSpPr>
                <p:grpSpPr>
                  <a:xfrm>
                    <a:off x="10452557" y="413364"/>
                    <a:ext cx="320303" cy="359908"/>
                    <a:chOff x="10452557" y="413364"/>
                    <a:chExt cx="320303" cy="359908"/>
                  </a:xfrm>
                </p:grpSpPr>
                <p:sp>
                  <p:nvSpPr>
                    <p:cNvPr id="888" name="Google Shape;888;p70"/>
                    <p:cNvSpPr/>
                    <p:nvPr/>
                  </p:nvSpPr>
                  <p:spPr>
                    <a:xfrm>
                      <a:off x="10677775" y="438474"/>
                      <a:ext cx="79063" cy="152679"/>
                    </a:xfrm>
                    <a:custGeom>
                      <a:avLst/>
                      <a:gdLst/>
                      <a:ahLst/>
                      <a:cxnLst/>
                      <a:rect l="l" t="t" r="r" b="b"/>
                      <a:pathLst>
                        <a:path w="79063" h="152679" extrusionOk="0">
                          <a:moveTo>
                            <a:pt x="25104" y="134208"/>
                          </a:moveTo>
                          <a:cubicBezTo>
                            <a:pt x="49054" y="88895"/>
                            <a:pt x="67810" y="41273"/>
                            <a:pt x="79064" y="1443"/>
                          </a:cubicBezTo>
                          <a:cubicBezTo>
                            <a:pt x="74735" y="866"/>
                            <a:pt x="70407" y="577"/>
                            <a:pt x="65790" y="0"/>
                          </a:cubicBezTo>
                          <a:cubicBezTo>
                            <a:pt x="54825" y="37521"/>
                            <a:pt x="37223" y="83123"/>
                            <a:pt x="13562" y="128147"/>
                          </a:cubicBezTo>
                          <a:cubicBezTo>
                            <a:pt x="9234" y="136517"/>
                            <a:pt x="4617" y="144599"/>
                            <a:pt x="0" y="152680"/>
                          </a:cubicBezTo>
                          <a:cubicBezTo>
                            <a:pt x="6348" y="150660"/>
                            <a:pt x="12696" y="148351"/>
                            <a:pt x="19045" y="146042"/>
                          </a:cubicBezTo>
                          <a:cubicBezTo>
                            <a:pt x="20776" y="142001"/>
                            <a:pt x="22796" y="137960"/>
                            <a:pt x="25104" y="134208"/>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889" name="Google Shape;889;p70"/>
                    <p:cNvSpPr/>
                    <p:nvPr/>
                  </p:nvSpPr>
                  <p:spPr>
                    <a:xfrm>
                      <a:off x="10466265" y="467913"/>
                      <a:ext cx="77043" cy="153257"/>
                    </a:xfrm>
                    <a:custGeom>
                      <a:avLst/>
                      <a:gdLst/>
                      <a:ahLst/>
                      <a:cxnLst/>
                      <a:rect l="l" t="t" r="r" b="b"/>
                      <a:pathLst>
                        <a:path w="77043" h="153257" extrusionOk="0">
                          <a:moveTo>
                            <a:pt x="68387" y="15874"/>
                          </a:moveTo>
                          <a:cubicBezTo>
                            <a:pt x="71273" y="10390"/>
                            <a:pt x="74158" y="5195"/>
                            <a:pt x="77044" y="0"/>
                          </a:cubicBezTo>
                          <a:cubicBezTo>
                            <a:pt x="70695" y="2020"/>
                            <a:pt x="64636" y="4041"/>
                            <a:pt x="58576" y="6061"/>
                          </a:cubicBezTo>
                          <a:cubicBezTo>
                            <a:pt x="57999" y="7215"/>
                            <a:pt x="57134" y="8370"/>
                            <a:pt x="56556" y="9813"/>
                          </a:cubicBezTo>
                          <a:cubicBezTo>
                            <a:pt x="30010" y="60033"/>
                            <a:pt x="10965" y="109098"/>
                            <a:pt x="0" y="152391"/>
                          </a:cubicBezTo>
                          <a:cubicBezTo>
                            <a:pt x="4328" y="152680"/>
                            <a:pt x="8657" y="152969"/>
                            <a:pt x="13273" y="153257"/>
                          </a:cubicBezTo>
                          <a:cubicBezTo>
                            <a:pt x="23950" y="112850"/>
                            <a:pt x="41840" y="65805"/>
                            <a:pt x="68387" y="15874"/>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nvGrpSpPr>
                    <p:cNvPr id="890" name="Google Shape;890;p70"/>
                    <p:cNvGrpSpPr/>
                    <p:nvPr/>
                  </p:nvGrpSpPr>
                  <p:grpSpPr>
                    <a:xfrm>
                      <a:off x="10452557" y="413364"/>
                      <a:ext cx="320303" cy="223391"/>
                      <a:chOff x="10452557" y="413364"/>
                      <a:chExt cx="320303" cy="223391"/>
                    </a:xfrm>
                  </p:grpSpPr>
                  <p:sp>
                    <p:nvSpPr>
                      <p:cNvPr id="891" name="Google Shape;891;p70"/>
                      <p:cNvSpPr/>
                      <p:nvPr/>
                    </p:nvSpPr>
                    <p:spPr>
                      <a:xfrm>
                        <a:off x="10503200" y="546706"/>
                        <a:ext cx="161301" cy="87163"/>
                      </a:xfrm>
                      <a:custGeom>
                        <a:avLst/>
                        <a:gdLst/>
                        <a:ahLst/>
                        <a:cxnLst/>
                        <a:rect l="l" t="t" r="r" b="b"/>
                        <a:pathLst>
                          <a:path w="161301" h="87163" extrusionOk="0">
                            <a:moveTo>
                              <a:pt x="5771" y="0"/>
                            </a:moveTo>
                            <a:cubicBezTo>
                              <a:pt x="3751" y="4618"/>
                              <a:pt x="1731" y="9236"/>
                              <a:pt x="0" y="13854"/>
                            </a:cubicBezTo>
                            <a:cubicBezTo>
                              <a:pt x="19044" y="30882"/>
                              <a:pt x="42706" y="46756"/>
                              <a:pt x="69830" y="60033"/>
                            </a:cubicBezTo>
                            <a:cubicBezTo>
                              <a:pt x="97819" y="73598"/>
                              <a:pt x="126386" y="82834"/>
                              <a:pt x="153222" y="87163"/>
                            </a:cubicBezTo>
                            <a:cubicBezTo>
                              <a:pt x="156107" y="83123"/>
                              <a:pt x="158704" y="78793"/>
                              <a:pt x="161301" y="74464"/>
                            </a:cubicBezTo>
                            <a:cubicBezTo>
                              <a:pt x="134177" y="71001"/>
                              <a:pt x="104456" y="61765"/>
                              <a:pt x="75601" y="47622"/>
                            </a:cubicBezTo>
                            <a:cubicBezTo>
                              <a:pt x="48477" y="34346"/>
                              <a:pt x="24527" y="17606"/>
                              <a:pt x="5771" y="0"/>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892" name="Google Shape;892;p70"/>
                      <p:cNvSpPr/>
                      <p:nvPr/>
                    </p:nvSpPr>
                    <p:spPr>
                      <a:xfrm>
                        <a:off x="10452557" y="413364"/>
                        <a:ext cx="320303" cy="223391"/>
                      </a:xfrm>
                      <a:custGeom>
                        <a:avLst/>
                        <a:gdLst/>
                        <a:ahLst/>
                        <a:cxnLst/>
                        <a:rect l="l" t="t" r="r" b="b"/>
                        <a:pathLst>
                          <a:path w="320303" h="223391" extrusionOk="0">
                            <a:moveTo>
                              <a:pt x="297068" y="105346"/>
                            </a:moveTo>
                            <a:cubicBezTo>
                              <a:pt x="275426" y="76484"/>
                              <a:pt x="240800" y="49643"/>
                              <a:pt x="200114" y="30016"/>
                            </a:cubicBezTo>
                            <a:cubicBezTo>
                              <a:pt x="160582" y="10679"/>
                              <a:pt x="119319" y="0"/>
                              <a:pt x="83827" y="0"/>
                            </a:cubicBezTo>
                            <a:cubicBezTo>
                              <a:pt x="44584" y="0"/>
                              <a:pt x="16883" y="12699"/>
                              <a:pt x="5341" y="36077"/>
                            </a:cubicBezTo>
                            <a:cubicBezTo>
                              <a:pt x="-8799" y="64939"/>
                              <a:pt x="5918" y="102749"/>
                              <a:pt x="40256" y="137383"/>
                            </a:cubicBezTo>
                            <a:cubicBezTo>
                              <a:pt x="42275" y="132765"/>
                              <a:pt x="44007" y="127859"/>
                              <a:pt x="46027" y="123241"/>
                            </a:cubicBezTo>
                            <a:cubicBezTo>
                              <a:pt x="19191" y="94379"/>
                              <a:pt x="7072" y="63785"/>
                              <a:pt x="17460" y="42138"/>
                            </a:cubicBezTo>
                            <a:cubicBezTo>
                              <a:pt x="26116" y="24244"/>
                              <a:pt x="50355" y="13854"/>
                              <a:pt x="83538" y="13854"/>
                            </a:cubicBezTo>
                            <a:cubicBezTo>
                              <a:pt x="117011" y="13854"/>
                              <a:pt x="156254" y="23955"/>
                              <a:pt x="193766" y="42427"/>
                            </a:cubicBezTo>
                            <a:cubicBezTo>
                              <a:pt x="232432" y="61476"/>
                              <a:pt x="265038" y="86586"/>
                              <a:pt x="285526" y="113716"/>
                            </a:cubicBezTo>
                            <a:cubicBezTo>
                              <a:pt x="304859" y="139403"/>
                              <a:pt x="310918" y="163359"/>
                              <a:pt x="302262" y="181253"/>
                            </a:cubicBezTo>
                            <a:cubicBezTo>
                              <a:pt x="293605" y="199148"/>
                              <a:pt x="269367" y="209538"/>
                              <a:pt x="236183" y="209538"/>
                            </a:cubicBezTo>
                            <a:cubicBezTo>
                              <a:pt x="233009" y="209538"/>
                              <a:pt x="229546" y="209249"/>
                              <a:pt x="226372" y="209249"/>
                            </a:cubicBezTo>
                            <a:cubicBezTo>
                              <a:pt x="223487" y="213579"/>
                              <a:pt x="220890" y="218197"/>
                              <a:pt x="218004" y="222526"/>
                            </a:cubicBezTo>
                            <a:cubicBezTo>
                              <a:pt x="224064" y="223103"/>
                              <a:pt x="230123" y="223392"/>
                              <a:pt x="236183" y="223392"/>
                            </a:cubicBezTo>
                            <a:cubicBezTo>
                              <a:pt x="275426" y="223392"/>
                              <a:pt x="303127" y="210692"/>
                              <a:pt x="314670" y="187314"/>
                            </a:cubicBezTo>
                            <a:cubicBezTo>
                              <a:pt x="326212" y="164513"/>
                              <a:pt x="319863" y="135651"/>
                              <a:pt x="297068" y="105346"/>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sp>
                  <p:nvSpPr>
                    <p:cNvPr id="893" name="Google Shape;893;p70"/>
                    <p:cNvSpPr/>
                    <p:nvPr/>
                  </p:nvSpPr>
                  <p:spPr>
                    <a:xfrm>
                      <a:off x="10454912" y="602121"/>
                      <a:ext cx="230941" cy="171151"/>
                    </a:xfrm>
                    <a:custGeom>
                      <a:avLst/>
                      <a:gdLst/>
                      <a:ahLst/>
                      <a:cxnLst/>
                      <a:rect l="l" t="t" r="r" b="b"/>
                      <a:pathLst>
                        <a:path w="230941" h="171151" extrusionOk="0">
                          <a:moveTo>
                            <a:pt x="211897" y="6350"/>
                          </a:moveTo>
                          <a:cubicBezTo>
                            <a:pt x="157072" y="95245"/>
                            <a:pt x="91282" y="158164"/>
                            <a:pt x="49731" y="158164"/>
                          </a:cubicBezTo>
                          <a:cubicBezTo>
                            <a:pt x="44248" y="158164"/>
                            <a:pt x="39343" y="157009"/>
                            <a:pt x="35014" y="154700"/>
                          </a:cubicBezTo>
                          <a:cubicBezTo>
                            <a:pt x="12507" y="142867"/>
                            <a:pt x="6448" y="96976"/>
                            <a:pt x="21164" y="32325"/>
                          </a:cubicBezTo>
                          <a:cubicBezTo>
                            <a:pt x="16547" y="32037"/>
                            <a:pt x="12219" y="31748"/>
                            <a:pt x="7890" y="31460"/>
                          </a:cubicBezTo>
                          <a:cubicBezTo>
                            <a:pt x="-7114" y="99285"/>
                            <a:pt x="-1055" y="150660"/>
                            <a:pt x="28955" y="166245"/>
                          </a:cubicBezTo>
                          <a:cubicBezTo>
                            <a:pt x="35014" y="169420"/>
                            <a:pt x="42228" y="171152"/>
                            <a:pt x="49731" y="171152"/>
                          </a:cubicBezTo>
                          <a:cubicBezTo>
                            <a:pt x="99073" y="171152"/>
                            <a:pt x="171212" y="102171"/>
                            <a:pt x="230942" y="0"/>
                          </a:cubicBezTo>
                          <a:cubicBezTo>
                            <a:pt x="224882" y="2598"/>
                            <a:pt x="218534" y="4618"/>
                            <a:pt x="211897" y="6350"/>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grpSp>
                <p:nvGrpSpPr>
                  <p:cNvPr id="894" name="Google Shape;894;p70"/>
                  <p:cNvGrpSpPr/>
                  <p:nvPr/>
                </p:nvGrpSpPr>
                <p:grpSpPr>
                  <a:xfrm>
                    <a:off x="10376966" y="420579"/>
                    <a:ext cx="472032" cy="208672"/>
                    <a:chOff x="10376966" y="420579"/>
                    <a:chExt cx="472032" cy="208672"/>
                  </a:xfrm>
                </p:grpSpPr>
                <p:sp>
                  <p:nvSpPr>
                    <p:cNvPr id="895" name="Google Shape;895;p70"/>
                    <p:cNvSpPr/>
                    <p:nvPr/>
                  </p:nvSpPr>
                  <p:spPr>
                    <a:xfrm>
                      <a:off x="10598134" y="557962"/>
                      <a:ext cx="157550" cy="57723"/>
                    </a:xfrm>
                    <a:custGeom>
                      <a:avLst/>
                      <a:gdLst/>
                      <a:ahLst/>
                      <a:cxnLst/>
                      <a:rect l="l" t="t" r="r" b="b"/>
                      <a:pathLst>
                        <a:path w="157550" h="57723" extrusionOk="0">
                          <a:moveTo>
                            <a:pt x="32029" y="42138"/>
                          </a:moveTo>
                          <a:cubicBezTo>
                            <a:pt x="21353" y="44736"/>
                            <a:pt x="10676" y="46756"/>
                            <a:pt x="0" y="48777"/>
                          </a:cubicBezTo>
                          <a:cubicBezTo>
                            <a:pt x="8657" y="52240"/>
                            <a:pt x="17025" y="55126"/>
                            <a:pt x="25393" y="57724"/>
                          </a:cubicBezTo>
                          <a:cubicBezTo>
                            <a:pt x="28567" y="57147"/>
                            <a:pt x="31741" y="56281"/>
                            <a:pt x="34915" y="55704"/>
                          </a:cubicBezTo>
                          <a:cubicBezTo>
                            <a:pt x="80218" y="45313"/>
                            <a:pt x="122346" y="30594"/>
                            <a:pt x="157550" y="13276"/>
                          </a:cubicBezTo>
                          <a:cubicBezTo>
                            <a:pt x="156684" y="8947"/>
                            <a:pt x="155530" y="4618"/>
                            <a:pt x="153799" y="0"/>
                          </a:cubicBezTo>
                          <a:cubicBezTo>
                            <a:pt x="119461" y="17029"/>
                            <a:pt x="77332" y="31748"/>
                            <a:pt x="32029" y="42138"/>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896" name="Google Shape;896;p70"/>
                    <p:cNvSpPr/>
                    <p:nvPr/>
                  </p:nvSpPr>
                  <p:spPr>
                    <a:xfrm>
                      <a:off x="10464534" y="437319"/>
                      <a:ext cx="149759" cy="57723"/>
                    </a:xfrm>
                    <a:custGeom>
                      <a:avLst/>
                      <a:gdLst/>
                      <a:ahLst/>
                      <a:cxnLst/>
                      <a:rect l="l" t="t" r="r" b="b"/>
                      <a:pathLst>
                        <a:path w="149759" h="57723" extrusionOk="0">
                          <a:moveTo>
                            <a:pt x="0" y="44159"/>
                          </a:moveTo>
                          <a:cubicBezTo>
                            <a:pt x="577" y="48488"/>
                            <a:pt x="1731" y="53106"/>
                            <a:pt x="3174" y="57724"/>
                          </a:cubicBezTo>
                          <a:cubicBezTo>
                            <a:pt x="36646" y="40407"/>
                            <a:pt x="79929" y="24244"/>
                            <a:pt x="131003" y="12411"/>
                          </a:cubicBezTo>
                          <a:cubicBezTo>
                            <a:pt x="137351" y="10968"/>
                            <a:pt x="143411" y="9524"/>
                            <a:pt x="149759" y="8370"/>
                          </a:cubicBezTo>
                          <a:cubicBezTo>
                            <a:pt x="140814" y="5195"/>
                            <a:pt x="132157" y="2309"/>
                            <a:pt x="123501" y="0"/>
                          </a:cubicBezTo>
                          <a:cubicBezTo>
                            <a:pt x="76178" y="11545"/>
                            <a:pt x="34049" y="26842"/>
                            <a:pt x="0" y="44159"/>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897" name="Google Shape;897;p70"/>
                    <p:cNvSpPr/>
                    <p:nvPr/>
                  </p:nvSpPr>
                  <p:spPr>
                    <a:xfrm>
                      <a:off x="10376966" y="488405"/>
                      <a:ext cx="220302" cy="140846"/>
                    </a:xfrm>
                    <a:custGeom>
                      <a:avLst/>
                      <a:gdLst/>
                      <a:ahLst/>
                      <a:cxnLst/>
                      <a:rect l="l" t="t" r="r" b="b"/>
                      <a:pathLst>
                        <a:path w="220302" h="140846" extrusionOk="0">
                          <a:moveTo>
                            <a:pt x="196064" y="122375"/>
                          </a:moveTo>
                          <a:cubicBezTo>
                            <a:pt x="172403" y="125550"/>
                            <a:pt x="149318" y="127281"/>
                            <a:pt x="127966" y="127281"/>
                          </a:cubicBezTo>
                          <a:cubicBezTo>
                            <a:pt x="63330" y="127281"/>
                            <a:pt x="19758" y="112273"/>
                            <a:pt x="14276" y="88029"/>
                          </a:cubicBezTo>
                          <a:cubicBezTo>
                            <a:pt x="9659" y="67537"/>
                            <a:pt x="33320" y="39541"/>
                            <a:pt x="78623" y="13565"/>
                          </a:cubicBezTo>
                          <a:cubicBezTo>
                            <a:pt x="76892" y="8947"/>
                            <a:pt x="75737" y="4618"/>
                            <a:pt x="74872" y="0"/>
                          </a:cubicBezTo>
                          <a:cubicBezTo>
                            <a:pt x="23509" y="28862"/>
                            <a:pt x="-5923" y="62053"/>
                            <a:pt x="1002" y="90915"/>
                          </a:cubicBezTo>
                          <a:cubicBezTo>
                            <a:pt x="8505" y="122663"/>
                            <a:pt x="54673" y="140846"/>
                            <a:pt x="128254" y="140846"/>
                          </a:cubicBezTo>
                          <a:cubicBezTo>
                            <a:pt x="156821" y="140846"/>
                            <a:pt x="188273" y="137960"/>
                            <a:pt x="220303" y="132476"/>
                          </a:cubicBezTo>
                          <a:cubicBezTo>
                            <a:pt x="211934" y="129590"/>
                            <a:pt x="203855" y="126127"/>
                            <a:pt x="196064" y="122375"/>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898" name="Google Shape;898;p70"/>
                    <p:cNvSpPr/>
                    <p:nvPr/>
                  </p:nvSpPr>
                  <p:spPr>
                    <a:xfrm>
                      <a:off x="10615159" y="420579"/>
                      <a:ext cx="233839" cy="143732"/>
                    </a:xfrm>
                    <a:custGeom>
                      <a:avLst/>
                      <a:gdLst/>
                      <a:ahLst/>
                      <a:cxnLst/>
                      <a:rect l="l" t="t" r="r" b="b"/>
                      <a:pathLst>
                        <a:path w="233839" h="143732" extrusionOk="0">
                          <a:moveTo>
                            <a:pt x="232862" y="49931"/>
                          </a:moveTo>
                          <a:cubicBezTo>
                            <a:pt x="225649" y="18183"/>
                            <a:pt x="179191" y="0"/>
                            <a:pt x="105610" y="0"/>
                          </a:cubicBezTo>
                          <a:cubicBezTo>
                            <a:pt x="73004" y="0"/>
                            <a:pt x="36646" y="3752"/>
                            <a:pt x="0" y="10968"/>
                          </a:cubicBezTo>
                          <a:cubicBezTo>
                            <a:pt x="8080" y="13854"/>
                            <a:pt x="16159" y="17029"/>
                            <a:pt x="24238" y="20492"/>
                          </a:cubicBezTo>
                          <a:cubicBezTo>
                            <a:pt x="52517" y="15874"/>
                            <a:pt x="80218" y="13565"/>
                            <a:pt x="105610" y="13565"/>
                          </a:cubicBezTo>
                          <a:cubicBezTo>
                            <a:pt x="170246" y="13565"/>
                            <a:pt x="213818" y="28573"/>
                            <a:pt x="219300" y="52817"/>
                          </a:cubicBezTo>
                          <a:cubicBezTo>
                            <a:pt x="223629" y="71289"/>
                            <a:pt x="205161" y="95533"/>
                            <a:pt x="168804" y="118911"/>
                          </a:cubicBezTo>
                          <a:cubicBezTo>
                            <a:pt x="162455" y="122952"/>
                            <a:pt x="155819" y="126704"/>
                            <a:pt x="148893" y="130456"/>
                          </a:cubicBezTo>
                          <a:cubicBezTo>
                            <a:pt x="150625" y="135074"/>
                            <a:pt x="152068" y="139403"/>
                            <a:pt x="153222" y="143733"/>
                          </a:cubicBezTo>
                          <a:cubicBezTo>
                            <a:pt x="161301" y="139403"/>
                            <a:pt x="169092" y="134785"/>
                            <a:pt x="176306" y="130456"/>
                          </a:cubicBezTo>
                          <a:cubicBezTo>
                            <a:pt x="218723" y="103615"/>
                            <a:pt x="238633" y="74753"/>
                            <a:pt x="232862" y="49931"/>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grpSp>
            <p:sp>
              <p:nvSpPr>
                <p:cNvPr id="899" name="Google Shape;899;p70"/>
                <p:cNvSpPr/>
                <p:nvPr/>
              </p:nvSpPr>
              <p:spPr>
                <a:xfrm>
                  <a:off x="10571587" y="488116"/>
                  <a:ext cx="76178" cy="76195"/>
                </a:xfrm>
                <a:custGeom>
                  <a:avLst/>
                  <a:gdLst/>
                  <a:ahLst/>
                  <a:cxnLst/>
                  <a:rect l="l" t="t" r="r" b="b"/>
                  <a:pathLst>
                    <a:path w="76178" h="76195" extrusionOk="0">
                      <a:moveTo>
                        <a:pt x="76178" y="38098"/>
                      </a:moveTo>
                      <a:cubicBezTo>
                        <a:pt x="76178" y="59167"/>
                        <a:pt x="59153" y="76196"/>
                        <a:pt x="38089" y="76196"/>
                      </a:cubicBezTo>
                      <a:cubicBezTo>
                        <a:pt x="17025" y="76196"/>
                        <a:pt x="0" y="59167"/>
                        <a:pt x="0" y="38098"/>
                      </a:cubicBezTo>
                      <a:cubicBezTo>
                        <a:pt x="0" y="17029"/>
                        <a:pt x="17025" y="0"/>
                        <a:pt x="38089" y="0"/>
                      </a:cubicBezTo>
                      <a:cubicBezTo>
                        <a:pt x="59153" y="0"/>
                        <a:pt x="76178" y="17029"/>
                        <a:pt x="76178" y="38098"/>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grpSp>
            <p:nvGrpSpPr>
              <p:cNvPr id="900" name="Google Shape;900;p70"/>
              <p:cNvGrpSpPr/>
              <p:nvPr/>
            </p:nvGrpSpPr>
            <p:grpSpPr>
              <a:xfrm>
                <a:off x="10534652" y="276558"/>
                <a:ext cx="236032" cy="179521"/>
                <a:chOff x="10534652" y="276558"/>
                <a:chExt cx="236032" cy="179521"/>
              </a:xfrm>
            </p:grpSpPr>
            <p:sp>
              <p:nvSpPr>
                <p:cNvPr id="901" name="Google Shape;901;p70"/>
                <p:cNvSpPr/>
                <p:nvPr/>
              </p:nvSpPr>
              <p:spPr>
                <a:xfrm>
                  <a:off x="10534652" y="424620"/>
                  <a:ext cx="33472" cy="31459"/>
                </a:xfrm>
                <a:custGeom>
                  <a:avLst/>
                  <a:gdLst/>
                  <a:ahLst/>
                  <a:cxnLst/>
                  <a:rect l="l" t="t" r="r" b="b"/>
                  <a:pathLst>
                    <a:path w="33472" h="31459" extrusionOk="0">
                      <a:moveTo>
                        <a:pt x="18467" y="25976"/>
                      </a:moveTo>
                      <a:cubicBezTo>
                        <a:pt x="23373" y="17894"/>
                        <a:pt x="28278" y="9813"/>
                        <a:pt x="33472" y="2020"/>
                      </a:cubicBezTo>
                      <a:cubicBezTo>
                        <a:pt x="28567" y="1154"/>
                        <a:pt x="23661" y="577"/>
                        <a:pt x="18756" y="0"/>
                      </a:cubicBezTo>
                      <a:cubicBezTo>
                        <a:pt x="12408" y="10102"/>
                        <a:pt x="6060" y="20492"/>
                        <a:pt x="0" y="31460"/>
                      </a:cubicBezTo>
                      <a:cubicBezTo>
                        <a:pt x="6060" y="29728"/>
                        <a:pt x="12408" y="27708"/>
                        <a:pt x="18467" y="25976"/>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902" name="Google Shape;902;p70"/>
                <p:cNvSpPr/>
                <p:nvPr/>
              </p:nvSpPr>
              <p:spPr>
                <a:xfrm>
                  <a:off x="10562065" y="276558"/>
                  <a:ext cx="208619" cy="152968"/>
                </a:xfrm>
                <a:custGeom>
                  <a:avLst/>
                  <a:gdLst/>
                  <a:ahLst/>
                  <a:cxnLst/>
                  <a:rect l="l" t="t" r="r" b="b"/>
                  <a:pathLst>
                    <a:path w="208619" h="152968" extrusionOk="0">
                      <a:moveTo>
                        <a:pt x="14428" y="137672"/>
                      </a:moveTo>
                      <a:cubicBezTo>
                        <a:pt x="65213" y="63496"/>
                        <a:pt x="121769" y="13277"/>
                        <a:pt x="158704" y="13277"/>
                      </a:cubicBezTo>
                      <a:cubicBezTo>
                        <a:pt x="164187" y="13277"/>
                        <a:pt x="169092" y="14431"/>
                        <a:pt x="173420" y="16740"/>
                      </a:cubicBezTo>
                      <a:cubicBezTo>
                        <a:pt x="197370" y="29439"/>
                        <a:pt x="202564" y="80525"/>
                        <a:pt x="184385" y="151525"/>
                      </a:cubicBezTo>
                      <a:cubicBezTo>
                        <a:pt x="189002" y="151814"/>
                        <a:pt x="193331" y="152391"/>
                        <a:pt x="197659" y="152969"/>
                      </a:cubicBezTo>
                      <a:cubicBezTo>
                        <a:pt x="216415" y="78793"/>
                        <a:pt x="211509" y="21646"/>
                        <a:pt x="179769" y="4907"/>
                      </a:cubicBezTo>
                      <a:cubicBezTo>
                        <a:pt x="173420" y="1732"/>
                        <a:pt x="166495" y="0"/>
                        <a:pt x="158993" y="0"/>
                      </a:cubicBezTo>
                      <a:cubicBezTo>
                        <a:pt x="115710" y="0"/>
                        <a:pt x="54825" y="53106"/>
                        <a:pt x="0" y="135363"/>
                      </a:cubicBezTo>
                      <a:cubicBezTo>
                        <a:pt x="4617" y="135940"/>
                        <a:pt x="9522" y="136806"/>
                        <a:pt x="14428" y="137672"/>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grpSp>
        <p:grpSp>
          <p:nvGrpSpPr>
            <p:cNvPr id="903" name="Google Shape;903;p70"/>
            <p:cNvGrpSpPr/>
            <p:nvPr/>
          </p:nvGrpSpPr>
          <p:grpSpPr>
            <a:xfrm>
              <a:off x="10697974" y="665040"/>
              <a:ext cx="904612" cy="211558"/>
              <a:chOff x="10697974" y="665040"/>
              <a:chExt cx="904612" cy="211558"/>
            </a:xfrm>
          </p:grpSpPr>
          <p:sp>
            <p:nvSpPr>
              <p:cNvPr id="904" name="Google Shape;904;p70"/>
              <p:cNvSpPr/>
              <p:nvPr/>
            </p:nvSpPr>
            <p:spPr>
              <a:xfrm>
                <a:off x="10697974" y="665040"/>
                <a:ext cx="207469" cy="211558"/>
              </a:xfrm>
              <a:custGeom>
                <a:avLst/>
                <a:gdLst/>
                <a:ahLst/>
                <a:cxnLst/>
                <a:rect l="l" t="t" r="r" b="b"/>
                <a:pathLst>
                  <a:path w="207469" h="211558" extrusionOk="0">
                    <a:moveTo>
                      <a:pt x="174863" y="211558"/>
                    </a:moveTo>
                    <a:lnTo>
                      <a:pt x="174863" y="61187"/>
                    </a:lnTo>
                    <a:lnTo>
                      <a:pt x="103879" y="150660"/>
                    </a:lnTo>
                    <a:lnTo>
                      <a:pt x="32606" y="61187"/>
                    </a:lnTo>
                    <a:lnTo>
                      <a:pt x="32606" y="211558"/>
                    </a:lnTo>
                    <a:lnTo>
                      <a:pt x="0" y="211558"/>
                    </a:lnTo>
                    <a:lnTo>
                      <a:pt x="0" y="0"/>
                    </a:lnTo>
                    <a:lnTo>
                      <a:pt x="19045" y="0"/>
                    </a:lnTo>
                    <a:lnTo>
                      <a:pt x="103879" y="107367"/>
                    </a:lnTo>
                    <a:lnTo>
                      <a:pt x="188714" y="0"/>
                    </a:lnTo>
                    <a:lnTo>
                      <a:pt x="207470" y="0"/>
                    </a:lnTo>
                    <a:lnTo>
                      <a:pt x="207470" y="211558"/>
                    </a:lnTo>
                    <a:lnTo>
                      <a:pt x="174863" y="211558"/>
                    </a:ln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905" name="Google Shape;905;p70"/>
              <p:cNvSpPr/>
              <p:nvPr/>
            </p:nvSpPr>
            <p:spPr>
              <a:xfrm>
                <a:off x="10932279" y="665040"/>
                <a:ext cx="163321" cy="211558"/>
              </a:xfrm>
              <a:custGeom>
                <a:avLst/>
                <a:gdLst/>
                <a:ahLst/>
                <a:cxnLst/>
                <a:rect l="l" t="t" r="r" b="b"/>
                <a:pathLst>
                  <a:path w="163321" h="211558" extrusionOk="0">
                    <a:moveTo>
                      <a:pt x="130715" y="211558"/>
                    </a:moveTo>
                    <a:lnTo>
                      <a:pt x="130715" y="62342"/>
                    </a:lnTo>
                    <a:lnTo>
                      <a:pt x="19045" y="211558"/>
                    </a:lnTo>
                    <a:lnTo>
                      <a:pt x="0" y="211558"/>
                    </a:lnTo>
                    <a:lnTo>
                      <a:pt x="0" y="0"/>
                    </a:lnTo>
                    <a:lnTo>
                      <a:pt x="32607" y="0"/>
                    </a:lnTo>
                    <a:lnTo>
                      <a:pt x="32607" y="149216"/>
                    </a:lnTo>
                    <a:lnTo>
                      <a:pt x="144277" y="0"/>
                    </a:lnTo>
                    <a:lnTo>
                      <a:pt x="163321" y="0"/>
                    </a:lnTo>
                    <a:lnTo>
                      <a:pt x="163321" y="211558"/>
                    </a:lnTo>
                    <a:lnTo>
                      <a:pt x="130715" y="211558"/>
                    </a:ln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906" name="Google Shape;906;p70"/>
              <p:cNvSpPr/>
              <p:nvPr/>
            </p:nvSpPr>
            <p:spPr>
              <a:xfrm>
                <a:off x="11439266" y="665040"/>
                <a:ext cx="163320" cy="211558"/>
              </a:xfrm>
              <a:custGeom>
                <a:avLst/>
                <a:gdLst/>
                <a:ahLst/>
                <a:cxnLst/>
                <a:rect l="l" t="t" r="r" b="b"/>
                <a:pathLst>
                  <a:path w="163320" h="211558" extrusionOk="0">
                    <a:moveTo>
                      <a:pt x="130715" y="211558"/>
                    </a:moveTo>
                    <a:lnTo>
                      <a:pt x="130715" y="62342"/>
                    </a:lnTo>
                    <a:lnTo>
                      <a:pt x="19044" y="211558"/>
                    </a:lnTo>
                    <a:lnTo>
                      <a:pt x="0" y="211558"/>
                    </a:lnTo>
                    <a:lnTo>
                      <a:pt x="0" y="0"/>
                    </a:lnTo>
                    <a:lnTo>
                      <a:pt x="32606" y="0"/>
                    </a:lnTo>
                    <a:lnTo>
                      <a:pt x="32606" y="149216"/>
                    </a:lnTo>
                    <a:lnTo>
                      <a:pt x="144277" y="0"/>
                    </a:lnTo>
                    <a:lnTo>
                      <a:pt x="163321" y="0"/>
                    </a:lnTo>
                    <a:lnTo>
                      <a:pt x="163321" y="211558"/>
                    </a:lnTo>
                    <a:lnTo>
                      <a:pt x="130715" y="211558"/>
                    </a:ln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grpSp>
          <p:nvGrpSpPr>
            <p:cNvPr id="907" name="Google Shape;907;p70"/>
            <p:cNvGrpSpPr/>
            <p:nvPr/>
          </p:nvGrpSpPr>
          <p:grpSpPr>
            <a:xfrm>
              <a:off x="11254015" y="502836"/>
              <a:ext cx="378869" cy="92070"/>
              <a:chOff x="11254015" y="502836"/>
              <a:chExt cx="378869" cy="92070"/>
            </a:xfrm>
          </p:grpSpPr>
          <p:sp>
            <p:nvSpPr>
              <p:cNvPr id="908" name="Google Shape;908;p70"/>
              <p:cNvSpPr/>
              <p:nvPr/>
            </p:nvSpPr>
            <p:spPr>
              <a:xfrm>
                <a:off x="11254015" y="502836"/>
                <a:ext cx="76466" cy="92069"/>
              </a:xfrm>
              <a:custGeom>
                <a:avLst/>
                <a:gdLst/>
                <a:ahLst/>
                <a:cxnLst/>
                <a:rect l="l" t="t" r="r" b="b"/>
                <a:pathLst>
                  <a:path w="76466" h="92069" extrusionOk="0">
                    <a:moveTo>
                      <a:pt x="57133" y="92070"/>
                    </a:moveTo>
                    <a:lnTo>
                      <a:pt x="57133" y="54549"/>
                    </a:lnTo>
                    <a:lnTo>
                      <a:pt x="19333" y="54549"/>
                    </a:lnTo>
                    <a:lnTo>
                      <a:pt x="19333" y="92070"/>
                    </a:lnTo>
                    <a:lnTo>
                      <a:pt x="0" y="92070"/>
                    </a:lnTo>
                    <a:lnTo>
                      <a:pt x="0" y="0"/>
                    </a:lnTo>
                    <a:lnTo>
                      <a:pt x="19333" y="0"/>
                    </a:lnTo>
                    <a:lnTo>
                      <a:pt x="19333" y="37232"/>
                    </a:lnTo>
                    <a:lnTo>
                      <a:pt x="57133" y="37232"/>
                    </a:lnTo>
                    <a:lnTo>
                      <a:pt x="57133" y="0"/>
                    </a:lnTo>
                    <a:lnTo>
                      <a:pt x="76467" y="0"/>
                    </a:lnTo>
                    <a:lnTo>
                      <a:pt x="76467" y="92070"/>
                    </a:lnTo>
                    <a:lnTo>
                      <a:pt x="57133" y="92070"/>
                    </a:ln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909" name="Google Shape;909;p70"/>
              <p:cNvSpPr/>
              <p:nvPr/>
            </p:nvSpPr>
            <p:spPr>
              <a:xfrm>
                <a:off x="11352412" y="502836"/>
                <a:ext cx="77332" cy="92069"/>
              </a:xfrm>
              <a:custGeom>
                <a:avLst/>
                <a:gdLst/>
                <a:ahLst/>
                <a:cxnLst/>
                <a:rect l="l" t="t" r="r" b="b"/>
                <a:pathLst>
                  <a:path w="77332" h="92069" extrusionOk="0">
                    <a:moveTo>
                      <a:pt x="57711" y="92070"/>
                    </a:moveTo>
                    <a:lnTo>
                      <a:pt x="57711" y="34346"/>
                    </a:lnTo>
                    <a:lnTo>
                      <a:pt x="11253" y="92070"/>
                    </a:lnTo>
                    <a:lnTo>
                      <a:pt x="0" y="92070"/>
                    </a:lnTo>
                    <a:lnTo>
                      <a:pt x="0" y="0"/>
                    </a:lnTo>
                    <a:lnTo>
                      <a:pt x="19333" y="0"/>
                    </a:lnTo>
                    <a:lnTo>
                      <a:pt x="19333" y="58013"/>
                    </a:lnTo>
                    <a:lnTo>
                      <a:pt x="65790" y="0"/>
                    </a:lnTo>
                    <a:lnTo>
                      <a:pt x="77332" y="0"/>
                    </a:lnTo>
                    <a:lnTo>
                      <a:pt x="77332" y="92070"/>
                    </a:lnTo>
                    <a:lnTo>
                      <a:pt x="57711" y="92070"/>
                    </a:ln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910" name="Google Shape;910;p70"/>
              <p:cNvSpPr/>
              <p:nvPr/>
            </p:nvSpPr>
            <p:spPr>
              <a:xfrm>
                <a:off x="11445326" y="503125"/>
                <a:ext cx="77620" cy="91781"/>
              </a:xfrm>
              <a:custGeom>
                <a:avLst/>
                <a:gdLst/>
                <a:ahLst/>
                <a:cxnLst/>
                <a:rect l="l" t="t" r="r" b="b"/>
                <a:pathLst>
                  <a:path w="77620" h="91781" extrusionOk="0">
                    <a:moveTo>
                      <a:pt x="58576" y="91781"/>
                    </a:moveTo>
                    <a:lnTo>
                      <a:pt x="58576" y="69269"/>
                    </a:lnTo>
                    <a:lnTo>
                      <a:pt x="47611" y="69269"/>
                    </a:lnTo>
                    <a:cubicBezTo>
                      <a:pt x="38089" y="69557"/>
                      <a:pt x="35492" y="71578"/>
                      <a:pt x="27990" y="82545"/>
                    </a:cubicBezTo>
                    <a:lnTo>
                      <a:pt x="21641" y="91781"/>
                    </a:lnTo>
                    <a:lnTo>
                      <a:pt x="0" y="91781"/>
                    </a:lnTo>
                    <a:lnTo>
                      <a:pt x="8368" y="79659"/>
                    </a:lnTo>
                    <a:cubicBezTo>
                      <a:pt x="14428" y="70712"/>
                      <a:pt x="18756" y="66094"/>
                      <a:pt x="23084" y="63496"/>
                    </a:cubicBezTo>
                    <a:cubicBezTo>
                      <a:pt x="9811" y="58590"/>
                      <a:pt x="2020" y="48199"/>
                      <a:pt x="2020" y="34634"/>
                    </a:cubicBezTo>
                    <a:cubicBezTo>
                      <a:pt x="2020" y="15297"/>
                      <a:pt x="17025" y="0"/>
                      <a:pt x="44437" y="0"/>
                    </a:cubicBezTo>
                    <a:lnTo>
                      <a:pt x="77621" y="0"/>
                    </a:lnTo>
                    <a:lnTo>
                      <a:pt x="77621" y="91781"/>
                    </a:lnTo>
                    <a:lnTo>
                      <a:pt x="58576" y="91781"/>
                    </a:lnTo>
                    <a:close/>
                    <a:moveTo>
                      <a:pt x="42706" y="17029"/>
                    </a:moveTo>
                    <a:cubicBezTo>
                      <a:pt x="30010" y="17029"/>
                      <a:pt x="20199" y="22801"/>
                      <a:pt x="20199" y="34634"/>
                    </a:cubicBezTo>
                    <a:cubicBezTo>
                      <a:pt x="20199" y="47045"/>
                      <a:pt x="30010" y="52240"/>
                      <a:pt x="42706" y="52240"/>
                    </a:cubicBezTo>
                    <a:lnTo>
                      <a:pt x="58576" y="52240"/>
                    </a:lnTo>
                    <a:lnTo>
                      <a:pt x="58576" y="17029"/>
                    </a:lnTo>
                    <a:lnTo>
                      <a:pt x="42706" y="17029"/>
                    </a:ln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911" name="Google Shape;911;p70"/>
              <p:cNvSpPr/>
              <p:nvPr/>
            </p:nvSpPr>
            <p:spPr>
              <a:xfrm>
                <a:off x="11539971" y="502836"/>
                <a:ext cx="92913" cy="92069"/>
              </a:xfrm>
              <a:custGeom>
                <a:avLst/>
                <a:gdLst/>
                <a:ahLst/>
                <a:cxnLst/>
                <a:rect l="l" t="t" r="r" b="b"/>
                <a:pathLst>
                  <a:path w="92913" h="92069" extrusionOk="0">
                    <a:moveTo>
                      <a:pt x="15293" y="92070"/>
                    </a:moveTo>
                    <a:lnTo>
                      <a:pt x="35492" y="58878"/>
                    </a:lnTo>
                    <a:lnTo>
                      <a:pt x="0" y="0"/>
                    </a:lnTo>
                    <a:lnTo>
                      <a:pt x="21930" y="0"/>
                    </a:lnTo>
                    <a:lnTo>
                      <a:pt x="46457" y="40118"/>
                    </a:lnTo>
                    <a:lnTo>
                      <a:pt x="70984" y="0"/>
                    </a:lnTo>
                    <a:lnTo>
                      <a:pt x="92914" y="0"/>
                    </a:lnTo>
                    <a:lnTo>
                      <a:pt x="37223" y="92070"/>
                    </a:lnTo>
                    <a:lnTo>
                      <a:pt x="15293" y="92070"/>
                    </a:ln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sp>
          <p:nvSpPr>
            <p:cNvPr id="912" name="Google Shape;912;p70"/>
            <p:cNvSpPr/>
            <p:nvPr/>
          </p:nvSpPr>
          <p:spPr>
            <a:xfrm>
              <a:off x="11108585" y="665040"/>
              <a:ext cx="318274" cy="210981"/>
            </a:xfrm>
            <a:custGeom>
              <a:avLst/>
              <a:gdLst/>
              <a:ahLst/>
              <a:cxnLst/>
              <a:rect l="l" t="t" r="r" b="b"/>
              <a:pathLst>
                <a:path w="318274" h="210981" extrusionOk="0">
                  <a:moveTo>
                    <a:pt x="233439" y="7504"/>
                  </a:moveTo>
                  <a:cubicBezTo>
                    <a:pt x="208335" y="7504"/>
                    <a:pt x="186694" y="20492"/>
                    <a:pt x="175152" y="38964"/>
                  </a:cubicBezTo>
                  <a:lnTo>
                    <a:pt x="175152" y="0"/>
                  </a:lnTo>
                  <a:lnTo>
                    <a:pt x="142545" y="0"/>
                  </a:lnTo>
                  <a:lnTo>
                    <a:pt x="142545" y="94956"/>
                  </a:lnTo>
                  <a:cubicBezTo>
                    <a:pt x="142545" y="127570"/>
                    <a:pt x="118307" y="151237"/>
                    <a:pt x="87720" y="151237"/>
                  </a:cubicBezTo>
                  <a:cubicBezTo>
                    <a:pt x="56845" y="151237"/>
                    <a:pt x="32895" y="127570"/>
                    <a:pt x="32895" y="94956"/>
                  </a:cubicBezTo>
                  <a:cubicBezTo>
                    <a:pt x="32895" y="62342"/>
                    <a:pt x="57134" y="38386"/>
                    <a:pt x="87720" y="38386"/>
                  </a:cubicBezTo>
                  <a:cubicBezTo>
                    <a:pt x="103879" y="38386"/>
                    <a:pt x="118307" y="45025"/>
                    <a:pt x="128406" y="56281"/>
                  </a:cubicBezTo>
                  <a:lnTo>
                    <a:pt x="128406" y="23090"/>
                  </a:lnTo>
                  <a:cubicBezTo>
                    <a:pt x="116575" y="13565"/>
                    <a:pt x="101282" y="7504"/>
                    <a:pt x="84546" y="7504"/>
                  </a:cubicBezTo>
                  <a:cubicBezTo>
                    <a:pt x="34049" y="7504"/>
                    <a:pt x="0" y="46179"/>
                    <a:pt x="0" y="94667"/>
                  </a:cubicBezTo>
                  <a:cubicBezTo>
                    <a:pt x="0" y="143155"/>
                    <a:pt x="34049" y="181542"/>
                    <a:pt x="84546" y="181542"/>
                  </a:cubicBezTo>
                  <a:cubicBezTo>
                    <a:pt x="109650" y="181542"/>
                    <a:pt x="131292" y="168843"/>
                    <a:pt x="142834" y="150371"/>
                  </a:cubicBezTo>
                  <a:lnTo>
                    <a:pt x="142834" y="210981"/>
                  </a:lnTo>
                  <a:lnTo>
                    <a:pt x="176017" y="210981"/>
                  </a:lnTo>
                  <a:lnTo>
                    <a:pt x="176017" y="90049"/>
                  </a:lnTo>
                  <a:lnTo>
                    <a:pt x="176017" y="90049"/>
                  </a:lnTo>
                  <a:cubicBezTo>
                    <a:pt x="178037" y="59744"/>
                    <a:pt x="201410" y="37809"/>
                    <a:pt x="230843" y="37809"/>
                  </a:cubicBezTo>
                  <a:cubicBezTo>
                    <a:pt x="261718" y="37809"/>
                    <a:pt x="285668" y="61765"/>
                    <a:pt x="285668" y="94379"/>
                  </a:cubicBezTo>
                  <a:cubicBezTo>
                    <a:pt x="285668" y="126993"/>
                    <a:pt x="261429" y="150660"/>
                    <a:pt x="230843" y="150660"/>
                  </a:cubicBezTo>
                  <a:cubicBezTo>
                    <a:pt x="214683" y="150660"/>
                    <a:pt x="200544" y="144021"/>
                    <a:pt x="190734" y="133342"/>
                  </a:cubicBezTo>
                  <a:lnTo>
                    <a:pt x="190734" y="166822"/>
                  </a:lnTo>
                  <a:cubicBezTo>
                    <a:pt x="202276" y="175770"/>
                    <a:pt x="217281" y="181542"/>
                    <a:pt x="234017" y="181542"/>
                  </a:cubicBezTo>
                  <a:cubicBezTo>
                    <a:pt x="284225" y="181542"/>
                    <a:pt x="318274" y="143155"/>
                    <a:pt x="318274" y="94667"/>
                  </a:cubicBezTo>
                  <a:cubicBezTo>
                    <a:pt x="317697" y="46179"/>
                    <a:pt x="283359" y="7504"/>
                    <a:pt x="233439" y="7504"/>
                  </a:cubicBezTo>
                  <a:close/>
                </a:path>
              </a:pathLst>
            </a:custGeom>
            <a:solidFill>
              <a:srgbClr val="006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Шапка с атомом">
  <p:cSld name="Шапка с атомом">
    <p:spTree>
      <p:nvGrpSpPr>
        <p:cNvPr id="1" name="Shape 991"/>
        <p:cNvGrpSpPr/>
        <p:nvPr/>
      </p:nvGrpSpPr>
      <p:grpSpPr>
        <a:xfrm>
          <a:off x="0" y="0"/>
          <a:ext cx="0" cy="0"/>
          <a:chOff x="0" y="0"/>
          <a:chExt cx="0" cy="0"/>
        </a:xfrm>
      </p:grpSpPr>
      <p:sp>
        <p:nvSpPr>
          <p:cNvPr id="992" name="Google Shape;992;p74"/>
          <p:cNvSpPr/>
          <p:nvPr/>
        </p:nvSpPr>
        <p:spPr>
          <a:xfrm>
            <a:off x="11641138" y="6453188"/>
            <a:ext cx="41549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fld id="{00000000-1234-1234-1234-123412341234}" type="slidenum">
              <a:rPr lang="ru-RU" sz="1400">
                <a:solidFill>
                  <a:srgbClr val="8F9092"/>
                </a:solidFill>
                <a:latin typeface="Montserrat"/>
                <a:ea typeface="Montserrat"/>
                <a:cs typeface="Montserrat"/>
                <a:sym typeface="Montserrat"/>
              </a:rPr>
              <a:t>‹#›</a:t>
            </a:fld>
            <a:endParaRPr sz="1400">
              <a:solidFill>
                <a:srgbClr val="8F9092"/>
              </a:solidFill>
              <a:latin typeface="Montserrat"/>
              <a:ea typeface="Montserrat"/>
              <a:cs typeface="Montserrat"/>
              <a:sym typeface="Montserrat"/>
            </a:endParaRPr>
          </a:p>
        </p:txBody>
      </p:sp>
      <p:sp>
        <p:nvSpPr>
          <p:cNvPr id="993" name="Google Shape;993;p74"/>
          <p:cNvSpPr/>
          <p:nvPr/>
        </p:nvSpPr>
        <p:spPr>
          <a:xfrm>
            <a:off x="-1" y="-1"/>
            <a:ext cx="12192001" cy="1224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0055BB"/>
              </a:solidFill>
              <a:latin typeface="Montserrat"/>
              <a:ea typeface="Montserrat"/>
              <a:cs typeface="Montserrat"/>
              <a:sym typeface="Montserrat"/>
            </a:endParaRPr>
          </a:p>
        </p:txBody>
      </p:sp>
      <p:pic>
        <p:nvPicPr>
          <p:cNvPr id="994" name="Google Shape;994;p74"/>
          <p:cNvPicPr preferRelativeResize="0"/>
          <p:nvPr/>
        </p:nvPicPr>
        <p:blipFill rotWithShape="1">
          <a:blip r:embed="rId2">
            <a:alphaModFix/>
          </a:blip>
          <a:srcRect t="23654" b="46857"/>
          <a:stretch/>
        </p:blipFill>
        <p:spPr>
          <a:xfrm>
            <a:off x="8040340" y="-1"/>
            <a:ext cx="4151660" cy="1223999"/>
          </a:xfrm>
          <a:prstGeom prst="rect">
            <a:avLst/>
          </a:prstGeom>
          <a:noFill/>
          <a:ln>
            <a:noFill/>
          </a:ln>
        </p:spPr>
      </p:pic>
      <p:sp>
        <p:nvSpPr>
          <p:cNvPr id="995" name="Google Shape;995;p74"/>
          <p:cNvSpPr txBox="1">
            <a:spLocks noGrp="1"/>
          </p:cNvSpPr>
          <p:nvPr>
            <p:ph type="title"/>
          </p:nvPr>
        </p:nvSpPr>
        <p:spPr>
          <a:xfrm>
            <a:off x="559572" y="359101"/>
            <a:ext cx="11081566" cy="523220"/>
          </a:xfrm>
          <a:prstGeom prst="rect">
            <a:avLst/>
          </a:prstGeom>
          <a:noFill/>
          <a:ln>
            <a:noFill/>
          </a:ln>
        </p:spPr>
        <p:txBody>
          <a:bodyPr spcFirstLastPara="1" wrap="square" lIns="91425" tIns="45700" rIns="91425" bIns="45700" anchor="t" anchorCtr="0">
            <a:spAutoFit/>
          </a:bodyPr>
          <a:lstStyle>
            <a:lvl1pPr marR="0" lvl="0" algn="l" rtl="0">
              <a:lnSpc>
                <a:spcPct val="100000"/>
              </a:lnSpc>
              <a:spcBef>
                <a:spcPts val="0"/>
              </a:spcBef>
              <a:spcAft>
                <a:spcPts val="0"/>
              </a:spcAft>
              <a:buClr>
                <a:schemeClr val="lt1"/>
              </a:buClr>
              <a:buSzPts val="2800"/>
              <a:buFont typeface="Montserrat"/>
              <a:buNone/>
              <a:defRPr sz="2800" b="1" i="0" u="none" strike="noStrike" cap="none">
                <a:solidFill>
                  <a:schemeClr val="lt1"/>
                </a:solidFill>
                <a:latin typeface="Montserrat"/>
                <a:ea typeface="Montserrat"/>
                <a:cs typeface="Montserrat"/>
                <a:sym typeface="Montserra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96" name="Google Shape;996;p74"/>
          <p:cNvSpPr txBox="1">
            <a:spLocks noGrp="1"/>
          </p:cNvSpPr>
          <p:nvPr>
            <p:ph type="body" idx="1"/>
          </p:nvPr>
        </p:nvSpPr>
        <p:spPr>
          <a:xfrm>
            <a:off x="559572" y="1729294"/>
            <a:ext cx="2549388" cy="338554"/>
          </a:xfrm>
          <a:prstGeom prst="rect">
            <a:avLst/>
          </a:prstGeom>
          <a:noFill/>
          <a:ln>
            <a:noFill/>
          </a:ln>
        </p:spPr>
        <p:txBody>
          <a:bodyPr spcFirstLastPara="1" wrap="square" lIns="91425" tIns="45700" rIns="91425" bIns="45700" anchor="t" anchorCtr="0">
            <a:spAutoFit/>
          </a:bodyPr>
          <a:lstStyle>
            <a:lvl1pPr marL="457200" marR="0" lvl="0" indent="-228600" algn="l" rtl="0">
              <a:lnSpc>
                <a:spcPct val="100000"/>
              </a:lnSpc>
              <a:spcBef>
                <a:spcPts val="0"/>
              </a:spcBef>
              <a:spcAft>
                <a:spcPts val="0"/>
              </a:spcAft>
              <a:buClr>
                <a:schemeClr val="accent2"/>
              </a:buClr>
              <a:buSzPts val="1600"/>
              <a:buFont typeface="Arial"/>
              <a:buNone/>
              <a:defRPr sz="1600" b="1" i="0" u="none" strike="noStrike" cap="none">
                <a:solidFill>
                  <a:schemeClr val="accent2"/>
                </a:solidFill>
                <a:latin typeface="Montserrat"/>
                <a:ea typeface="Montserrat"/>
                <a:cs typeface="Montserrat"/>
                <a:sym typeface="Montserrat"/>
              </a:defRPr>
            </a:lvl1pPr>
            <a:lvl2pPr marL="914400" marR="0" lvl="1" indent="-317500" algn="l" rtl="0">
              <a:lnSpc>
                <a:spcPct val="100000"/>
              </a:lnSpc>
              <a:spcBef>
                <a:spcPts val="600"/>
              </a:spcBef>
              <a:spcAft>
                <a:spcPts val="0"/>
              </a:spcAft>
              <a:buClr>
                <a:srgbClr val="222A3F"/>
              </a:buClr>
              <a:buSzPts val="1400"/>
              <a:buFont typeface="Arial"/>
              <a:buChar char="•"/>
              <a:defRPr sz="1400" b="0" i="0" u="none" strike="noStrike" cap="none">
                <a:solidFill>
                  <a:srgbClr val="222A3F"/>
                </a:solidFill>
                <a:latin typeface="Montserrat"/>
                <a:ea typeface="Montserrat"/>
                <a:cs typeface="Montserrat"/>
                <a:sym typeface="Montserrat"/>
              </a:defRPr>
            </a:lvl2pPr>
            <a:lvl3pPr marL="1371600" marR="0" lvl="2" indent="-355600" algn="l" rtl="0">
              <a:lnSpc>
                <a:spcPct val="90000"/>
              </a:lnSpc>
              <a:spcBef>
                <a:spcPts val="600"/>
              </a:spcBef>
              <a:spcAft>
                <a:spcPts val="0"/>
              </a:spcAft>
              <a:buClr>
                <a:schemeClr val="dk1"/>
              </a:buClr>
              <a:buSzPts val="2000"/>
              <a:buFont typeface="Arial"/>
              <a:buChar char="•"/>
              <a:defRPr sz="2000" b="0" i="0" u="none" strike="noStrike" cap="none">
                <a:solidFill>
                  <a:schemeClr val="dk1"/>
                </a:solidFill>
                <a:latin typeface="Montserrat"/>
                <a:ea typeface="Montserrat"/>
                <a:cs typeface="Montserrat"/>
                <a:sym typeface="Montserra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9pPr>
          </a:lstStyle>
          <a:p>
            <a:endParaRPr/>
          </a:p>
        </p:txBody>
      </p:sp>
      <p:sp>
        <p:nvSpPr>
          <p:cNvPr id="997" name="Google Shape;997;p74"/>
          <p:cNvSpPr txBox="1">
            <a:spLocks noGrp="1"/>
          </p:cNvSpPr>
          <p:nvPr>
            <p:ph type="body" idx="2"/>
          </p:nvPr>
        </p:nvSpPr>
        <p:spPr>
          <a:xfrm>
            <a:off x="559572" y="2409034"/>
            <a:ext cx="2549388" cy="307777"/>
          </a:xfrm>
          <a:prstGeom prst="rect">
            <a:avLst/>
          </a:prstGeom>
          <a:noFill/>
          <a:ln>
            <a:noFill/>
          </a:ln>
        </p:spPr>
        <p:txBody>
          <a:bodyPr spcFirstLastPara="1" wrap="square" lIns="91425" tIns="45700" rIns="91425" bIns="45700" anchor="t" anchorCtr="0">
            <a:spAutoFit/>
          </a:bodyPr>
          <a:lstStyle>
            <a:lvl1pPr marL="457200" marR="0" lvl="0" indent="-2286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Montserrat"/>
                <a:ea typeface="Montserrat"/>
                <a:cs typeface="Montserrat"/>
                <a:sym typeface="Montserrat"/>
              </a:defRPr>
            </a:lvl1pPr>
            <a:lvl2pPr marL="914400" marR="0" lvl="1" indent="-381000" algn="l" rtl="0">
              <a:lnSpc>
                <a:spcPct val="90000"/>
              </a:lnSpc>
              <a:spcBef>
                <a:spcPts val="600"/>
              </a:spcBef>
              <a:spcAft>
                <a:spcPts val="0"/>
              </a:spcAft>
              <a:buClr>
                <a:schemeClr val="dk1"/>
              </a:buClr>
              <a:buSzPts val="2400"/>
              <a:buFont typeface="Arial"/>
              <a:buChar char="•"/>
              <a:defRPr sz="2400" b="0" i="0" u="none" strike="noStrike" cap="none">
                <a:solidFill>
                  <a:schemeClr val="dk1"/>
                </a:solidFill>
                <a:latin typeface="Montserrat"/>
                <a:ea typeface="Montserrat"/>
                <a:cs typeface="Montserrat"/>
                <a:sym typeface="Montserrat"/>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Montserrat"/>
                <a:ea typeface="Montserrat"/>
                <a:cs typeface="Montserrat"/>
                <a:sym typeface="Montserra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Фото фон">
  <p:cSld name="Фото фон">
    <p:spTree>
      <p:nvGrpSpPr>
        <p:cNvPr id="1" name="Shape 998"/>
        <p:cNvGrpSpPr/>
        <p:nvPr/>
      </p:nvGrpSpPr>
      <p:grpSpPr>
        <a:xfrm>
          <a:off x="0" y="0"/>
          <a:ext cx="0" cy="0"/>
          <a:chOff x="0" y="0"/>
          <a:chExt cx="0" cy="0"/>
        </a:xfrm>
      </p:grpSpPr>
      <p:sp>
        <p:nvSpPr>
          <p:cNvPr id="999" name="Google Shape;999;p75"/>
          <p:cNvSpPr/>
          <p:nvPr/>
        </p:nvSpPr>
        <p:spPr>
          <a:xfrm>
            <a:off x="11641138" y="6453188"/>
            <a:ext cx="41549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fld id="{00000000-1234-1234-1234-123412341234}" type="slidenum">
              <a:rPr lang="ru-RU" sz="1400">
                <a:solidFill>
                  <a:srgbClr val="8F9092"/>
                </a:solidFill>
                <a:latin typeface="Montserrat"/>
                <a:ea typeface="Montserrat"/>
                <a:cs typeface="Montserrat"/>
                <a:sym typeface="Montserrat"/>
              </a:rPr>
              <a:t>‹#›</a:t>
            </a:fld>
            <a:endParaRPr sz="1400">
              <a:solidFill>
                <a:srgbClr val="8F9092"/>
              </a:solidFill>
              <a:latin typeface="Montserrat"/>
              <a:ea typeface="Montserrat"/>
              <a:cs typeface="Montserrat"/>
              <a:sym typeface="Montserrat"/>
            </a:endParaRPr>
          </a:p>
        </p:txBody>
      </p:sp>
      <p:sp>
        <p:nvSpPr>
          <p:cNvPr id="1000" name="Google Shape;1000;p75"/>
          <p:cNvSpPr>
            <a:spLocks noGrp="1"/>
          </p:cNvSpPr>
          <p:nvPr>
            <p:ph type="pic" idx="2"/>
          </p:nvPr>
        </p:nvSpPr>
        <p:spPr>
          <a:xfrm>
            <a:off x="0" y="0"/>
            <a:ext cx="12192000" cy="6858000"/>
          </a:xfrm>
          <a:prstGeom prst="rect">
            <a:avLst/>
          </a:prstGeom>
          <a:noFill/>
          <a:ln>
            <a:no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0" r:id="rId1"/>
    <p:sldLayoutId id="2147483653" r:id="rId2"/>
    <p:sldLayoutId id="2147483654" r:id="rId3"/>
    <p:sldLayoutId id="2147483655" r:id="rId4"/>
    <p:sldLayoutId id="2147483662" r:id="rId5"/>
    <p:sldLayoutId id="2147483663" r:id="rId6"/>
    <p:sldLayoutId id="2147483668" r:id="rId7"/>
    <p:sldLayoutId id="2147483674" r:id="rId8"/>
    <p:sldLayoutId id="2147483678" r:id="rId9"/>
    <p:sldLayoutId id="214748367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391">
          <p15:clr>
            <a:srgbClr val="F26B43"/>
          </p15:clr>
        </p15:guide>
        <p15:guide id="4" orient="horz" pos="4065">
          <p15:clr>
            <a:srgbClr val="F26B43"/>
          </p15:clr>
        </p15:guide>
        <p15:guide id="5" pos="347">
          <p15:clr>
            <a:srgbClr val="F26B43"/>
          </p15:clr>
        </p15:guide>
        <p15:guide id="6" pos="733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t.me/+6ZjYcy76wsY1MTFi"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13"/>
        <p:cNvGrpSpPr/>
        <p:nvPr/>
      </p:nvGrpSpPr>
      <p:grpSpPr>
        <a:xfrm>
          <a:off x="0" y="0"/>
          <a:ext cx="0" cy="0"/>
          <a:chOff x="0" y="0"/>
          <a:chExt cx="0" cy="0"/>
        </a:xfrm>
      </p:grpSpPr>
      <p:sp>
        <p:nvSpPr>
          <p:cNvPr id="1014" name="Google Shape;1014;p2"/>
          <p:cNvSpPr txBox="1">
            <a:spLocks noGrp="1"/>
          </p:cNvSpPr>
          <p:nvPr>
            <p:ph type="body" idx="1"/>
          </p:nvPr>
        </p:nvSpPr>
        <p:spPr>
          <a:xfrm>
            <a:off x="560194" y="5233399"/>
            <a:ext cx="7349686" cy="1355459"/>
          </a:xfrm>
          <a:prstGeom prst="rect">
            <a:avLst/>
          </a:prstGeom>
          <a:noFill/>
          <a:ln>
            <a:noFill/>
          </a:ln>
        </p:spPr>
        <p:txBody>
          <a:bodyPr spcFirstLastPara="1" wrap="square" lIns="91425" tIns="45700" rIns="91425" bIns="45700" anchor="t" anchorCtr="0">
            <a:spAutoFit/>
          </a:bodyPr>
          <a:lstStyle/>
          <a:p>
            <a:pPr marL="0" marR="0" lvl="0" indent="0" algn="l" rtl="0">
              <a:lnSpc>
                <a:spcPct val="113999"/>
              </a:lnSpc>
              <a:spcBef>
                <a:spcPts val="0"/>
              </a:spcBef>
              <a:spcAft>
                <a:spcPts val="0"/>
              </a:spcAft>
              <a:buClr>
                <a:srgbClr val="FEFFFF"/>
              </a:buClr>
              <a:buSzPts val="1300"/>
              <a:buFont typeface="Arial"/>
              <a:buNone/>
            </a:pPr>
            <a:r>
              <a:rPr lang="ru-RU" sz="1800" b="1" i="0" u="none" strike="noStrike" cap="none" dirty="0">
                <a:solidFill>
                  <a:schemeClr val="lt1"/>
                </a:solidFill>
                <a:latin typeface="Montserrat"/>
                <a:ea typeface="Montserrat"/>
                <a:cs typeface="Montserrat"/>
                <a:sym typeface="Montserrat"/>
              </a:rPr>
              <a:t>Некрасов Константин Олегович</a:t>
            </a:r>
          </a:p>
          <a:p>
            <a:pPr marL="0" marR="0" lvl="0" indent="0" algn="l" rtl="0">
              <a:lnSpc>
                <a:spcPct val="113999"/>
              </a:lnSpc>
              <a:spcBef>
                <a:spcPts val="0"/>
              </a:spcBef>
              <a:spcAft>
                <a:spcPts val="0"/>
              </a:spcAft>
              <a:buClr>
                <a:srgbClr val="FEFFFF"/>
              </a:buClr>
              <a:buSzPts val="1300"/>
              <a:buFont typeface="Arial"/>
              <a:buNone/>
            </a:pPr>
            <a:r>
              <a:rPr lang="ru-RU" sz="1800" i="0" u="none" strike="noStrike" cap="none" dirty="0">
                <a:solidFill>
                  <a:schemeClr val="lt1"/>
                </a:solidFill>
                <a:latin typeface="Montserrat"/>
                <a:ea typeface="Montserrat"/>
                <a:cs typeface="Montserrat"/>
                <a:sym typeface="Montserrat"/>
              </a:rPr>
              <a:t>Директор по разработке ML-моделей  </a:t>
            </a:r>
          </a:p>
          <a:p>
            <a:pPr marL="0" marR="0" lvl="0" indent="0" algn="l" rtl="0">
              <a:lnSpc>
                <a:spcPct val="113999"/>
              </a:lnSpc>
              <a:spcBef>
                <a:spcPts val="0"/>
              </a:spcBef>
              <a:spcAft>
                <a:spcPts val="0"/>
              </a:spcAft>
              <a:buClr>
                <a:srgbClr val="FEFFFF"/>
              </a:buClr>
              <a:buSzPts val="1300"/>
              <a:buFont typeface="Arial"/>
              <a:buNone/>
            </a:pPr>
            <a:r>
              <a:rPr lang="ru-RU" sz="1800" i="0" u="none" strike="noStrike" cap="none" dirty="0">
                <a:solidFill>
                  <a:schemeClr val="lt1"/>
                </a:solidFill>
                <a:latin typeface="Montserrat"/>
                <a:ea typeface="Montserrat"/>
                <a:cs typeface="Montserrat"/>
                <a:sym typeface="Montserrat"/>
              </a:rPr>
              <a:t>АО «Газпромбанк»</a:t>
            </a:r>
            <a:endParaRPr lang="en-US" sz="1800" i="0" u="none" strike="noStrike" cap="none" dirty="0">
              <a:solidFill>
                <a:schemeClr val="lt1"/>
              </a:solidFill>
              <a:latin typeface="Montserrat"/>
              <a:ea typeface="Montserrat"/>
              <a:cs typeface="Montserrat"/>
              <a:sym typeface="Montserrat"/>
            </a:endParaRPr>
          </a:p>
          <a:p>
            <a:pPr marL="0" marR="0" lvl="0" indent="0" algn="l" rtl="0">
              <a:lnSpc>
                <a:spcPct val="113999"/>
              </a:lnSpc>
              <a:spcBef>
                <a:spcPts val="0"/>
              </a:spcBef>
              <a:spcAft>
                <a:spcPts val="0"/>
              </a:spcAft>
              <a:buClr>
                <a:srgbClr val="FEFFFF"/>
              </a:buClr>
              <a:buSzPts val="1300"/>
              <a:buFont typeface="Arial"/>
              <a:buNone/>
            </a:pPr>
            <a:r>
              <a:rPr lang="ru-RU" sz="1800" i="0" u="none" strike="noStrike" cap="none" dirty="0">
                <a:solidFill>
                  <a:schemeClr val="lt1"/>
                </a:solidFill>
                <a:latin typeface="Montserrat"/>
                <a:ea typeface="Montserrat"/>
                <a:cs typeface="Montserrat"/>
                <a:sym typeface="Montserrat"/>
              </a:rPr>
              <a:t>Блог: </a:t>
            </a:r>
            <a:r>
              <a:rPr lang="en-US" sz="1800" i="0" u="none" strike="noStrike" cap="none" dirty="0" err="1">
                <a:solidFill>
                  <a:schemeClr val="bg1"/>
                </a:solidFill>
                <a:latin typeface="Montserrat"/>
                <a:ea typeface="Montserrat"/>
                <a:cs typeface="Montserrat"/>
                <a:sym typeface="Montserrat"/>
                <a:hlinkClick r:id="rId3">
                  <a:extLst>
                    <a:ext uri="{A12FA001-AC4F-418D-AE19-62706E023703}">
                      <ahyp:hlinkClr xmlns:ahyp="http://schemas.microsoft.com/office/drawing/2018/hyperlinkcolor" val="tx"/>
                    </a:ext>
                  </a:extLst>
                </a:hlinkClick>
              </a:rPr>
              <a:t>Labalgo</a:t>
            </a:r>
            <a:endParaRPr lang="en-US" sz="1800" i="0" u="none" strike="noStrike" cap="none" dirty="0">
              <a:solidFill>
                <a:schemeClr val="bg1"/>
              </a:solidFill>
              <a:latin typeface="Montserrat"/>
              <a:ea typeface="Montserrat"/>
              <a:cs typeface="Montserrat"/>
              <a:sym typeface="Montserrat"/>
            </a:endParaRPr>
          </a:p>
        </p:txBody>
      </p:sp>
      <p:sp>
        <p:nvSpPr>
          <p:cNvPr id="1015" name="Google Shape;1015;p2"/>
          <p:cNvSpPr txBox="1">
            <a:spLocks noGrp="1"/>
          </p:cNvSpPr>
          <p:nvPr>
            <p:ph type="body" idx="2"/>
          </p:nvPr>
        </p:nvSpPr>
        <p:spPr>
          <a:xfrm>
            <a:off x="560194" y="3890246"/>
            <a:ext cx="5936522" cy="461624"/>
          </a:xfrm>
          <a:prstGeom prst="rect">
            <a:avLst/>
          </a:prstGeom>
          <a:noFill/>
          <a:ln>
            <a:noFill/>
          </a:ln>
        </p:spPr>
        <p:txBody>
          <a:bodyPr spcFirstLastPara="1" wrap="square" lIns="91425" tIns="45700" rIns="91425" bIns="45700" anchor="t" anchorCtr="0">
            <a:spAutoFit/>
          </a:bodyPr>
          <a:lstStyle/>
          <a:p>
            <a:pPr marL="0" lvl="0" indent="0" algn="l" rtl="0">
              <a:lnSpc>
                <a:spcPct val="100000"/>
              </a:lnSpc>
              <a:spcBef>
                <a:spcPts val="0"/>
              </a:spcBef>
              <a:spcAft>
                <a:spcPts val="0"/>
              </a:spcAft>
              <a:buClr>
                <a:schemeClr val="lt1"/>
              </a:buClr>
              <a:buSzPts val="2400"/>
              <a:buNone/>
            </a:pPr>
            <a:r>
              <a:rPr lang="ru-RU" dirty="0"/>
              <a:t>Выбор и формулировка темы ВКР</a:t>
            </a:r>
            <a:endParaRPr dirty="0"/>
          </a:p>
        </p:txBody>
      </p:sp>
      <p:sp>
        <p:nvSpPr>
          <p:cNvPr id="1016" name="Google Shape;1016;p2"/>
          <p:cNvSpPr txBox="1">
            <a:spLocks noGrp="1"/>
          </p:cNvSpPr>
          <p:nvPr>
            <p:ph type="body" idx="3"/>
          </p:nvPr>
        </p:nvSpPr>
        <p:spPr>
          <a:xfrm>
            <a:off x="560195" y="3105834"/>
            <a:ext cx="5535806" cy="646331"/>
          </a:xfrm>
          <a:prstGeom prst="rect">
            <a:avLst/>
          </a:prstGeom>
          <a:noFill/>
          <a:ln>
            <a:noFill/>
          </a:ln>
        </p:spPr>
        <p:txBody>
          <a:bodyPr spcFirstLastPara="1" wrap="square" lIns="91425" tIns="45700" rIns="91425" bIns="45700" anchor="t" anchorCtr="0">
            <a:spAutoFit/>
          </a:bodyPr>
          <a:lstStyle/>
          <a:p>
            <a:pPr marL="0" lvl="0" indent="0" algn="ctr" rtl="0">
              <a:lnSpc>
                <a:spcPct val="100000"/>
              </a:lnSpc>
              <a:spcBef>
                <a:spcPts val="0"/>
              </a:spcBef>
              <a:spcAft>
                <a:spcPts val="0"/>
              </a:spcAft>
              <a:buClr>
                <a:schemeClr val="lt1"/>
              </a:buClr>
              <a:buSzPts val="3600"/>
              <a:buNone/>
            </a:pPr>
            <a:r>
              <a:rPr lang="ru-RU" dirty="0"/>
              <a:t>НИР</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59"/>
        <p:cNvGrpSpPr/>
        <p:nvPr/>
      </p:nvGrpSpPr>
      <p:grpSpPr>
        <a:xfrm>
          <a:off x="0" y="0"/>
          <a:ext cx="0" cy="0"/>
          <a:chOff x="0" y="0"/>
          <a:chExt cx="0" cy="0"/>
        </a:xfrm>
      </p:grpSpPr>
      <p:pic>
        <p:nvPicPr>
          <p:cNvPr id="1060" name="Google Shape;1060;p6"/>
          <p:cNvPicPr preferRelativeResize="0"/>
          <p:nvPr/>
        </p:nvPicPr>
        <p:blipFill rotWithShape="1">
          <a:blip r:embed="rId3">
            <a:alphaModFix amt="45000"/>
          </a:blip>
          <a:srcRect l="38538" b="28686"/>
          <a:stretch/>
        </p:blipFill>
        <p:spPr>
          <a:xfrm>
            <a:off x="0" y="2683359"/>
            <a:ext cx="3424263" cy="4174641"/>
          </a:xfrm>
          <a:prstGeom prst="rect">
            <a:avLst/>
          </a:prstGeom>
          <a:noFill/>
          <a:ln>
            <a:noFill/>
          </a:ln>
        </p:spPr>
      </p:pic>
      <p:sp>
        <p:nvSpPr>
          <p:cNvPr id="1061" name="Google Shape;1061;p6"/>
          <p:cNvSpPr txBox="1"/>
          <p:nvPr/>
        </p:nvSpPr>
        <p:spPr>
          <a:xfrm>
            <a:off x="3548552" y="759532"/>
            <a:ext cx="689367" cy="874598"/>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2500"/>
              </a:spcBef>
              <a:spcAft>
                <a:spcPts val="0"/>
              </a:spcAft>
              <a:buClr>
                <a:schemeClr val="lt1"/>
              </a:buClr>
              <a:buSzPts val="2500"/>
              <a:buFont typeface="Montserrat"/>
              <a:buNone/>
            </a:pPr>
            <a:r>
              <a:rPr lang="ru-RU" sz="3600" b="1" dirty="0">
                <a:solidFill>
                  <a:schemeClr val="lt1"/>
                </a:solidFill>
                <a:latin typeface="Montserrat"/>
                <a:ea typeface="Montserrat"/>
                <a:cs typeface="Montserrat"/>
                <a:sym typeface="Montserrat"/>
              </a:rPr>
              <a:t>01</a:t>
            </a:r>
            <a:endParaRPr sz="3600" b="1" dirty="0">
              <a:solidFill>
                <a:schemeClr val="lt1"/>
              </a:solidFill>
              <a:latin typeface="Montserrat"/>
              <a:ea typeface="Montserrat"/>
              <a:cs typeface="Montserrat"/>
              <a:sym typeface="Montserrat"/>
            </a:endParaRPr>
          </a:p>
        </p:txBody>
      </p:sp>
      <p:sp>
        <p:nvSpPr>
          <p:cNvPr id="1062" name="Google Shape;1062;p6"/>
          <p:cNvSpPr txBox="1"/>
          <p:nvPr/>
        </p:nvSpPr>
        <p:spPr>
          <a:xfrm>
            <a:off x="4362208" y="1190812"/>
            <a:ext cx="4896859"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accent4"/>
              </a:buClr>
              <a:buSzPts val="1600"/>
              <a:buFont typeface="Montserrat"/>
              <a:buNone/>
            </a:pPr>
            <a:r>
              <a:rPr lang="ru-RU" sz="1600" b="1" dirty="0">
                <a:solidFill>
                  <a:schemeClr val="accent4"/>
                </a:solidFill>
                <a:latin typeface="Montserrat"/>
                <a:ea typeface="Montserrat"/>
                <a:cs typeface="Montserrat"/>
                <a:sym typeface="Montserrat"/>
              </a:rPr>
              <a:t>Знакомство с курсом</a:t>
            </a:r>
            <a:endParaRPr dirty="0"/>
          </a:p>
        </p:txBody>
      </p:sp>
      <p:sp>
        <p:nvSpPr>
          <p:cNvPr id="1063" name="Google Shape;1063;p6"/>
          <p:cNvSpPr txBox="1"/>
          <p:nvPr/>
        </p:nvSpPr>
        <p:spPr>
          <a:xfrm>
            <a:off x="3548552" y="1494445"/>
            <a:ext cx="689367" cy="874598"/>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2500"/>
              </a:spcBef>
              <a:spcAft>
                <a:spcPts val="0"/>
              </a:spcAft>
              <a:buClr>
                <a:schemeClr val="lt1"/>
              </a:buClr>
              <a:buSzPts val="2500"/>
              <a:buFont typeface="Montserrat"/>
              <a:buNone/>
            </a:pPr>
            <a:r>
              <a:rPr lang="ru-RU" sz="3600" b="1" dirty="0">
                <a:solidFill>
                  <a:schemeClr val="lt1"/>
                </a:solidFill>
                <a:latin typeface="Montserrat"/>
                <a:ea typeface="Montserrat"/>
                <a:cs typeface="Montserrat"/>
                <a:sym typeface="Montserrat"/>
              </a:rPr>
              <a:t>02</a:t>
            </a:r>
            <a:endParaRPr sz="3600" b="1" dirty="0">
              <a:solidFill>
                <a:schemeClr val="lt1"/>
              </a:solidFill>
              <a:latin typeface="Montserrat"/>
              <a:ea typeface="Montserrat"/>
              <a:cs typeface="Montserrat"/>
              <a:sym typeface="Montserrat"/>
            </a:endParaRPr>
          </a:p>
        </p:txBody>
      </p:sp>
      <p:sp>
        <p:nvSpPr>
          <p:cNvPr id="1064" name="Google Shape;1064;p6"/>
          <p:cNvSpPr txBox="1"/>
          <p:nvPr/>
        </p:nvSpPr>
        <p:spPr>
          <a:xfrm>
            <a:off x="4362208" y="1925725"/>
            <a:ext cx="4896859"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accent4"/>
              </a:buClr>
              <a:buSzPts val="1600"/>
              <a:buFont typeface="Montserrat"/>
              <a:buNone/>
            </a:pPr>
            <a:r>
              <a:rPr lang="ru-RU" sz="1600" b="1" dirty="0">
                <a:solidFill>
                  <a:schemeClr val="accent4"/>
                </a:solidFill>
                <a:latin typeface="Montserrat"/>
                <a:ea typeface="Montserrat"/>
                <a:cs typeface="Montserrat"/>
                <a:sym typeface="Montserrat"/>
              </a:rPr>
              <a:t>Карта интереса</a:t>
            </a:r>
            <a:endParaRPr dirty="0"/>
          </a:p>
        </p:txBody>
      </p:sp>
      <p:sp>
        <p:nvSpPr>
          <p:cNvPr id="1065" name="Google Shape;1065;p6"/>
          <p:cNvSpPr txBox="1"/>
          <p:nvPr/>
        </p:nvSpPr>
        <p:spPr>
          <a:xfrm>
            <a:off x="3548552" y="2229358"/>
            <a:ext cx="689367" cy="874598"/>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2500"/>
              </a:spcBef>
              <a:spcAft>
                <a:spcPts val="0"/>
              </a:spcAft>
              <a:buClr>
                <a:schemeClr val="lt1"/>
              </a:buClr>
              <a:buSzPts val="2500"/>
              <a:buFont typeface="Montserrat"/>
              <a:buNone/>
            </a:pPr>
            <a:r>
              <a:rPr lang="ru-RU" sz="3600" b="1" dirty="0">
                <a:solidFill>
                  <a:schemeClr val="lt1"/>
                </a:solidFill>
                <a:latin typeface="Montserrat"/>
                <a:ea typeface="Montserrat"/>
                <a:cs typeface="Montserrat"/>
                <a:sym typeface="Montserrat"/>
              </a:rPr>
              <a:t>03</a:t>
            </a:r>
          </a:p>
        </p:txBody>
      </p:sp>
      <p:sp>
        <p:nvSpPr>
          <p:cNvPr id="1066" name="Google Shape;1066;p6"/>
          <p:cNvSpPr txBox="1"/>
          <p:nvPr/>
        </p:nvSpPr>
        <p:spPr>
          <a:xfrm>
            <a:off x="4362208" y="2660638"/>
            <a:ext cx="4896859"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accent4"/>
              </a:buClr>
              <a:buSzPts val="1600"/>
              <a:buFont typeface="Montserrat"/>
              <a:buNone/>
            </a:pPr>
            <a:r>
              <a:rPr lang="ru-RU" sz="1600" b="1" dirty="0">
                <a:solidFill>
                  <a:schemeClr val="accent4"/>
                </a:solidFill>
                <a:latin typeface="Montserrat"/>
                <a:ea typeface="Montserrat"/>
                <a:cs typeface="Montserrat"/>
                <a:sym typeface="Montserrat"/>
              </a:rPr>
              <a:t>ВКР как исследовательская работа</a:t>
            </a:r>
            <a:endParaRPr lang="ru-RU" dirty="0"/>
          </a:p>
        </p:txBody>
      </p:sp>
      <p:sp>
        <p:nvSpPr>
          <p:cNvPr id="1067" name="Google Shape;1067;p6"/>
          <p:cNvSpPr txBox="1"/>
          <p:nvPr/>
        </p:nvSpPr>
        <p:spPr>
          <a:xfrm>
            <a:off x="3548552" y="2964271"/>
            <a:ext cx="689367" cy="874598"/>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2500"/>
              </a:spcBef>
              <a:spcAft>
                <a:spcPts val="0"/>
              </a:spcAft>
              <a:buClr>
                <a:schemeClr val="lt1"/>
              </a:buClr>
              <a:buSzPts val="2500"/>
              <a:buFont typeface="Montserrat"/>
              <a:buNone/>
            </a:pPr>
            <a:r>
              <a:rPr lang="ru-RU" sz="3600" b="1" dirty="0">
                <a:solidFill>
                  <a:schemeClr val="lt1"/>
                </a:solidFill>
                <a:latin typeface="Montserrat"/>
                <a:ea typeface="Montserrat"/>
                <a:cs typeface="Montserrat"/>
                <a:sym typeface="Montserrat"/>
              </a:rPr>
              <a:t>04</a:t>
            </a:r>
          </a:p>
        </p:txBody>
      </p:sp>
      <p:sp>
        <p:nvSpPr>
          <p:cNvPr id="1068" name="Google Shape;1068;p6"/>
          <p:cNvSpPr txBox="1"/>
          <p:nvPr/>
        </p:nvSpPr>
        <p:spPr>
          <a:xfrm>
            <a:off x="4362208" y="3395551"/>
            <a:ext cx="4896859"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accent4"/>
              </a:buClr>
              <a:buSzPts val="1600"/>
              <a:buFont typeface="Montserrat"/>
              <a:buNone/>
            </a:pPr>
            <a:r>
              <a:rPr lang="ru-RU" sz="1600" b="1" dirty="0">
                <a:solidFill>
                  <a:schemeClr val="accent4"/>
                </a:solidFill>
                <a:latin typeface="Montserrat"/>
                <a:ea typeface="Montserrat"/>
                <a:cs typeface="Montserrat"/>
                <a:sym typeface="Montserrat"/>
              </a:rPr>
              <a:t>Поиск актуального контента</a:t>
            </a:r>
            <a:endParaRPr dirty="0"/>
          </a:p>
        </p:txBody>
      </p:sp>
      <p:sp>
        <p:nvSpPr>
          <p:cNvPr id="1069" name="Google Shape;1069;p6"/>
          <p:cNvSpPr txBox="1"/>
          <p:nvPr/>
        </p:nvSpPr>
        <p:spPr>
          <a:xfrm>
            <a:off x="3548552" y="3699184"/>
            <a:ext cx="689367" cy="874598"/>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2500"/>
              </a:spcBef>
              <a:spcAft>
                <a:spcPts val="0"/>
              </a:spcAft>
              <a:buClr>
                <a:schemeClr val="lt1"/>
              </a:buClr>
              <a:buSzPts val="2500"/>
              <a:buFont typeface="Montserrat"/>
              <a:buNone/>
            </a:pPr>
            <a:r>
              <a:rPr lang="ru-RU" sz="3600" b="1" dirty="0">
                <a:solidFill>
                  <a:schemeClr val="lt1"/>
                </a:solidFill>
                <a:latin typeface="Montserrat"/>
                <a:ea typeface="Montserrat"/>
                <a:cs typeface="Montserrat"/>
                <a:sym typeface="Montserrat"/>
              </a:rPr>
              <a:t>05</a:t>
            </a:r>
            <a:endParaRPr sz="3600" b="1" dirty="0">
              <a:solidFill>
                <a:schemeClr val="lt1"/>
              </a:solidFill>
              <a:latin typeface="Montserrat"/>
              <a:ea typeface="Montserrat"/>
              <a:cs typeface="Montserrat"/>
              <a:sym typeface="Montserrat"/>
            </a:endParaRPr>
          </a:p>
        </p:txBody>
      </p:sp>
      <p:sp>
        <p:nvSpPr>
          <p:cNvPr id="1070" name="Google Shape;1070;p6"/>
          <p:cNvSpPr txBox="1"/>
          <p:nvPr/>
        </p:nvSpPr>
        <p:spPr>
          <a:xfrm>
            <a:off x="4362208" y="4130464"/>
            <a:ext cx="4896859"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accent4"/>
              </a:buClr>
              <a:buSzPts val="1600"/>
              <a:buFont typeface="Montserrat"/>
              <a:buNone/>
            </a:pPr>
            <a:r>
              <a:rPr lang="ru-RU" sz="1600" b="1" dirty="0">
                <a:solidFill>
                  <a:schemeClr val="accent4"/>
                </a:solidFill>
                <a:latin typeface="Montserrat"/>
                <a:ea typeface="Montserrat"/>
                <a:cs typeface="Montserrat"/>
                <a:sym typeface="Montserrat"/>
              </a:rPr>
              <a:t>Отличия работ</a:t>
            </a:r>
            <a:endParaRPr dirty="0"/>
          </a:p>
        </p:txBody>
      </p:sp>
      <p:sp>
        <p:nvSpPr>
          <p:cNvPr id="1071" name="Google Shape;1071;p6"/>
          <p:cNvSpPr txBox="1"/>
          <p:nvPr/>
        </p:nvSpPr>
        <p:spPr>
          <a:xfrm>
            <a:off x="3548552" y="4438635"/>
            <a:ext cx="689367" cy="874598"/>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2500"/>
              </a:spcBef>
              <a:spcAft>
                <a:spcPts val="0"/>
              </a:spcAft>
              <a:buClr>
                <a:schemeClr val="lt1"/>
              </a:buClr>
              <a:buSzPts val="2500"/>
              <a:buFont typeface="Montserrat"/>
              <a:buNone/>
            </a:pPr>
            <a:r>
              <a:rPr lang="ru-RU" sz="3600" b="1" dirty="0">
                <a:solidFill>
                  <a:schemeClr val="lt1"/>
                </a:solidFill>
                <a:latin typeface="Montserrat"/>
                <a:ea typeface="Montserrat"/>
                <a:cs typeface="Montserrat"/>
                <a:sym typeface="Montserrat"/>
              </a:rPr>
              <a:t>06</a:t>
            </a:r>
          </a:p>
        </p:txBody>
      </p:sp>
      <p:sp>
        <p:nvSpPr>
          <p:cNvPr id="1072" name="Google Shape;1072;p6"/>
          <p:cNvSpPr txBox="1"/>
          <p:nvPr/>
        </p:nvSpPr>
        <p:spPr>
          <a:xfrm>
            <a:off x="4362208" y="4869915"/>
            <a:ext cx="5747347"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accent4"/>
              </a:buClr>
              <a:buSzPts val="1600"/>
              <a:buFont typeface="Montserrat"/>
              <a:buNone/>
            </a:pPr>
            <a:r>
              <a:rPr lang="ru-RU" sz="1600" b="1" dirty="0">
                <a:solidFill>
                  <a:schemeClr val="accent4"/>
                </a:solidFill>
                <a:latin typeface="Montserrat"/>
                <a:ea typeface="Montserrat"/>
                <a:cs typeface="Montserrat"/>
                <a:sym typeface="Montserrat"/>
              </a:rPr>
              <a:t>Исследовательская проблема и противоречие</a:t>
            </a:r>
            <a:endParaRPr lang="ru-RU" dirty="0"/>
          </a:p>
        </p:txBody>
      </p:sp>
      <p:sp>
        <p:nvSpPr>
          <p:cNvPr id="1073" name="Google Shape;1073;p6"/>
          <p:cNvSpPr txBox="1"/>
          <p:nvPr/>
        </p:nvSpPr>
        <p:spPr>
          <a:xfrm>
            <a:off x="3548552" y="5164868"/>
            <a:ext cx="689367" cy="874598"/>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2500"/>
              </a:spcBef>
              <a:spcAft>
                <a:spcPts val="0"/>
              </a:spcAft>
              <a:buClr>
                <a:schemeClr val="lt1"/>
              </a:buClr>
              <a:buSzPts val="2500"/>
              <a:buFont typeface="Montserrat"/>
              <a:buNone/>
            </a:pPr>
            <a:r>
              <a:rPr lang="ru-RU" sz="3600" b="1" dirty="0">
                <a:solidFill>
                  <a:schemeClr val="lt1"/>
                </a:solidFill>
                <a:latin typeface="Montserrat"/>
                <a:ea typeface="Montserrat"/>
                <a:cs typeface="Montserrat"/>
                <a:sym typeface="Montserrat"/>
              </a:rPr>
              <a:t>07</a:t>
            </a:r>
            <a:endParaRPr sz="3600" b="1" dirty="0">
              <a:solidFill>
                <a:schemeClr val="lt1"/>
              </a:solidFill>
              <a:latin typeface="Montserrat"/>
              <a:ea typeface="Montserrat"/>
              <a:cs typeface="Montserrat"/>
              <a:sym typeface="Montserrat"/>
            </a:endParaRPr>
          </a:p>
        </p:txBody>
      </p:sp>
      <p:sp>
        <p:nvSpPr>
          <p:cNvPr id="1074" name="Google Shape;1074;p6"/>
          <p:cNvSpPr txBox="1"/>
          <p:nvPr/>
        </p:nvSpPr>
        <p:spPr>
          <a:xfrm>
            <a:off x="4362208" y="5596148"/>
            <a:ext cx="4896859"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accent4"/>
              </a:buClr>
              <a:buSzPts val="1600"/>
              <a:buFont typeface="Montserrat"/>
              <a:buNone/>
            </a:pPr>
            <a:r>
              <a:rPr lang="ru-RU" sz="1600" b="1" dirty="0">
                <a:solidFill>
                  <a:schemeClr val="accent4"/>
                </a:solidFill>
                <a:latin typeface="Montserrat"/>
                <a:ea typeface="Montserrat"/>
                <a:cs typeface="Montserrat"/>
                <a:sym typeface="Montserrat"/>
              </a:rPr>
              <a:t>Признаки качественной темы ВКР</a:t>
            </a:r>
          </a:p>
        </p:txBody>
      </p:sp>
      <p:sp>
        <p:nvSpPr>
          <p:cNvPr id="1075" name="Google Shape;1075;p6"/>
          <p:cNvSpPr txBox="1"/>
          <p:nvPr/>
        </p:nvSpPr>
        <p:spPr>
          <a:xfrm>
            <a:off x="559572" y="359101"/>
            <a:ext cx="3066766"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2800"/>
              <a:buFont typeface="Montserrat"/>
              <a:buNone/>
            </a:pPr>
            <a:r>
              <a:rPr lang="ru-RU" sz="2800" b="1" dirty="0">
                <a:solidFill>
                  <a:schemeClr val="lt1"/>
                </a:solidFill>
                <a:latin typeface="Montserrat"/>
                <a:ea typeface="Montserrat"/>
                <a:cs typeface="Montserrat"/>
                <a:sym typeface="Montserrat"/>
              </a:rPr>
              <a:t>План занятия</a:t>
            </a:r>
            <a:endParaRPr sz="2800" b="1" dirty="0">
              <a:solidFill>
                <a:schemeClr val="lt1"/>
              </a:solidFill>
              <a:latin typeface="Montserrat"/>
              <a:ea typeface="Montserrat"/>
              <a:cs typeface="Montserrat"/>
              <a:sym typeface="Montserrat"/>
            </a:endParaRPr>
          </a:p>
        </p:txBody>
      </p:sp>
      <p:sp>
        <p:nvSpPr>
          <p:cNvPr id="18" name="Google Shape;1073;p6">
            <a:extLst>
              <a:ext uri="{FF2B5EF4-FFF2-40B4-BE49-F238E27FC236}">
                <a16:creationId xmlns:a16="http://schemas.microsoft.com/office/drawing/2014/main" id="{3D9B1495-6D08-4C49-9889-F6361DACAD95}"/>
              </a:ext>
            </a:extLst>
          </p:cNvPr>
          <p:cNvSpPr txBox="1"/>
          <p:nvPr/>
        </p:nvSpPr>
        <p:spPr>
          <a:xfrm>
            <a:off x="3548552" y="5898342"/>
            <a:ext cx="689367" cy="874598"/>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2500"/>
              </a:spcBef>
              <a:spcAft>
                <a:spcPts val="0"/>
              </a:spcAft>
              <a:buClr>
                <a:schemeClr val="lt1"/>
              </a:buClr>
              <a:buSzPts val="2500"/>
              <a:buFont typeface="Montserrat"/>
              <a:buNone/>
            </a:pPr>
            <a:r>
              <a:rPr lang="ru-RU" sz="3600" b="1" dirty="0">
                <a:solidFill>
                  <a:schemeClr val="lt1"/>
                </a:solidFill>
                <a:latin typeface="Montserrat"/>
                <a:ea typeface="Montserrat"/>
                <a:cs typeface="Montserrat"/>
                <a:sym typeface="Montserrat"/>
              </a:rPr>
              <a:t>08</a:t>
            </a:r>
            <a:endParaRPr sz="3600" b="1" dirty="0">
              <a:solidFill>
                <a:schemeClr val="lt1"/>
              </a:solidFill>
              <a:latin typeface="Montserrat"/>
              <a:ea typeface="Montserrat"/>
              <a:cs typeface="Montserrat"/>
              <a:sym typeface="Montserrat"/>
            </a:endParaRPr>
          </a:p>
        </p:txBody>
      </p:sp>
      <p:sp>
        <p:nvSpPr>
          <p:cNvPr id="19" name="Google Shape;1074;p6">
            <a:extLst>
              <a:ext uri="{FF2B5EF4-FFF2-40B4-BE49-F238E27FC236}">
                <a16:creationId xmlns:a16="http://schemas.microsoft.com/office/drawing/2014/main" id="{8B4FE0E7-99C7-4D93-97F0-EDA9F91AC945}"/>
              </a:ext>
            </a:extLst>
          </p:cNvPr>
          <p:cNvSpPr txBox="1"/>
          <p:nvPr/>
        </p:nvSpPr>
        <p:spPr>
          <a:xfrm>
            <a:off x="4362208" y="6329622"/>
            <a:ext cx="4896859"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accent4"/>
              </a:buClr>
              <a:buSzPts val="1600"/>
              <a:buFont typeface="Montserrat"/>
              <a:buNone/>
            </a:pPr>
            <a:r>
              <a:rPr lang="ru-RU" sz="1600" b="1" dirty="0">
                <a:solidFill>
                  <a:schemeClr val="accent4"/>
                </a:solidFill>
                <a:latin typeface="Montserrat"/>
                <a:ea typeface="Montserrat"/>
                <a:cs typeface="Montserrat"/>
                <a:sym typeface="Montserrat"/>
              </a:rPr>
              <a:t>Формулировка названия темы</a:t>
            </a:r>
            <a:endParaRPr lang="ru-RU"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10"/>
        <p:cNvGrpSpPr/>
        <p:nvPr/>
      </p:nvGrpSpPr>
      <p:grpSpPr>
        <a:xfrm>
          <a:off x="0" y="0"/>
          <a:ext cx="0" cy="0"/>
          <a:chOff x="0" y="0"/>
          <a:chExt cx="0" cy="0"/>
        </a:xfrm>
      </p:grpSpPr>
      <p:sp>
        <p:nvSpPr>
          <p:cNvPr id="1111" name="Google Shape;1111;p11"/>
          <p:cNvSpPr txBox="1">
            <a:spLocks noGrp="1"/>
          </p:cNvSpPr>
          <p:nvPr>
            <p:ph type="title"/>
          </p:nvPr>
        </p:nvSpPr>
        <p:spPr>
          <a:xfrm>
            <a:off x="559571" y="359101"/>
            <a:ext cx="3181155" cy="954067"/>
          </a:xfrm>
          <a:prstGeom prst="rect">
            <a:avLst/>
          </a:prstGeom>
          <a:noFill/>
          <a:ln>
            <a:noFill/>
          </a:ln>
        </p:spPr>
        <p:txBody>
          <a:bodyPr spcFirstLastPara="1" wrap="square" lIns="91425" tIns="45700" rIns="91425" bIns="45700" anchor="t" anchorCtr="0">
            <a:spAutoFit/>
          </a:bodyPr>
          <a:lstStyle/>
          <a:p>
            <a:pPr marL="0" lvl="0" indent="0" algn="l" rtl="0">
              <a:lnSpc>
                <a:spcPct val="100000"/>
              </a:lnSpc>
              <a:spcBef>
                <a:spcPts val="0"/>
              </a:spcBef>
              <a:spcAft>
                <a:spcPts val="0"/>
              </a:spcAft>
              <a:buClr>
                <a:schemeClr val="lt1"/>
              </a:buClr>
              <a:buSzPts val="2800"/>
              <a:buFont typeface="Montserrat"/>
              <a:buNone/>
            </a:pPr>
            <a:r>
              <a:rPr lang="ru-RU" dirty="0"/>
              <a:t>01. Знакомство с курсом</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80"/>
        <p:cNvGrpSpPr/>
        <p:nvPr/>
      </p:nvGrpSpPr>
      <p:grpSpPr>
        <a:xfrm>
          <a:off x="0" y="0"/>
          <a:ext cx="0" cy="0"/>
          <a:chOff x="0" y="0"/>
          <a:chExt cx="0" cy="0"/>
        </a:xfrm>
      </p:grpSpPr>
      <p:sp>
        <p:nvSpPr>
          <p:cNvPr id="1081" name="Google Shape;1081;p7"/>
          <p:cNvSpPr txBox="1">
            <a:spLocks noGrp="1"/>
          </p:cNvSpPr>
          <p:nvPr>
            <p:ph type="title"/>
          </p:nvPr>
        </p:nvSpPr>
        <p:spPr>
          <a:xfrm>
            <a:off x="485634" y="359101"/>
            <a:ext cx="9273827" cy="523220"/>
          </a:xfrm>
          <a:prstGeom prst="rect">
            <a:avLst/>
          </a:prstGeom>
          <a:noFill/>
          <a:ln>
            <a:noFill/>
          </a:ln>
        </p:spPr>
        <p:txBody>
          <a:bodyPr spcFirstLastPara="1" wrap="square" lIns="91425" tIns="45700" rIns="91425" bIns="45700" anchor="t" anchorCtr="0">
            <a:spAutoFit/>
          </a:bodyPr>
          <a:lstStyle/>
          <a:p>
            <a:pPr marL="0" lvl="0" indent="0" algn="l" rtl="0">
              <a:lnSpc>
                <a:spcPct val="100000"/>
              </a:lnSpc>
              <a:spcBef>
                <a:spcPts val="0"/>
              </a:spcBef>
              <a:spcAft>
                <a:spcPts val="0"/>
              </a:spcAft>
              <a:buClr>
                <a:schemeClr val="lt2"/>
              </a:buClr>
              <a:buSzPts val="2800"/>
              <a:buFont typeface="Montserrat"/>
              <a:buNone/>
            </a:pPr>
            <a:r>
              <a:rPr lang="ru-RU" dirty="0"/>
              <a:t>Кратко о себе</a:t>
            </a:r>
            <a:endParaRPr dirty="0"/>
          </a:p>
        </p:txBody>
      </p:sp>
      <p:sp>
        <p:nvSpPr>
          <p:cNvPr id="1082" name="Google Shape;1082;p7"/>
          <p:cNvSpPr txBox="1">
            <a:spLocks noGrp="1"/>
          </p:cNvSpPr>
          <p:nvPr>
            <p:ph type="body" idx="1"/>
          </p:nvPr>
        </p:nvSpPr>
        <p:spPr>
          <a:xfrm>
            <a:off x="5886841" y="1439089"/>
            <a:ext cx="2549388" cy="584735"/>
          </a:xfrm>
          <a:prstGeom prst="rect">
            <a:avLst/>
          </a:prstGeom>
          <a:noFill/>
          <a:ln>
            <a:noFill/>
          </a:ln>
        </p:spPr>
        <p:txBody>
          <a:bodyPr spcFirstLastPara="1" wrap="square" lIns="91425" tIns="45700" rIns="91425" bIns="45700" anchor="t" anchorCtr="0">
            <a:spAutoFit/>
          </a:bodyPr>
          <a:lstStyle/>
          <a:p>
            <a:pPr marL="285750" lvl="0" indent="-285750" algn="l" rtl="0">
              <a:lnSpc>
                <a:spcPct val="100000"/>
              </a:lnSpc>
              <a:spcBef>
                <a:spcPts val="0"/>
              </a:spcBef>
              <a:spcAft>
                <a:spcPts val="0"/>
              </a:spcAft>
              <a:buClr>
                <a:schemeClr val="accent4"/>
              </a:buClr>
              <a:buSzPts val="1600"/>
              <a:buFont typeface="Wingdings" panose="05000000000000000000" pitchFamily="2" charset="2"/>
              <a:buChar char="§"/>
            </a:pPr>
            <a:r>
              <a:rPr lang="ru-RU" dirty="0"/>
              <a:t>Окончил Физтех с отличием</a:t>
            </a:r>
          </a:p>
        </p:txBody>
      </p:sp>
      <p:pic>
        <p:nvPicPr>
          <p:cNvPr id="7" name="Рисунок 6">
            <a:extLst>
              <a:ext uri="{FF2B5EF4-FFF2-40B4-BE49-F238E27FC236}">
                <a16:creationId xmlns:a16="http://schemas.microsoft.com/office/drawing/2014/main" id="{08708ECD-5B13-4826-A0AA-1CA8879BE423}"/>
              </a:ext>
            </a:extLst>
          </p:cNvPr>
          <p:cNvPicPr>
            <a:picLocks noGrp="1" noChangeAspect="1"/>
          </p:cNvPicPr>
          <p:nvPr>
            <p:ph type="pic" idx="3"/>
          </p:nvPr>
        </p:nvPicPr>
        <p:blipFill>
          <a:blip r:embed="rId3" cstate="print">
            <a:extLst>
              <a:ext uri="{28A0092B-C50C-407E-A947-70E740481C1C}">
                <a14:useLocalDpi xmlns:a14="http://schemas.microsoft.com/office/drawing/2010/main" val="0"/>
              </a:ext>
            </a:extLst>
          </a:blip>
          <a:srcRect l="20403" r="20403"/>
          <a:stretch>
            <a:fillRect/>
          </a:stretch>
        </p:blipFill>
        <p:spPr>
          <a:xfrm>
            <a:off x="1614648" y="900570"/>
            <a:ext cx="2913063" cy="492125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8" name="Google Shape;1082;p7">
            <a:extLst>
              <a:ext uri="{FF2B5EF4-FFF2-40B4-BE49-F238E27FC236}">
                <a16:creationId xmlns:a16="http://schemas.microsoft.com/office/drawing/2014/main" id="{2FD12735-A099-4FBC-894D-A13F6D9EB82B}"/>
              </a:ext>
            </a:extLst>
          </p:cNvPr>
          <p:cNvSpPr txBox="1">
            <a:spLocks/>
          </p:cNvSpPr>
          <p:nvPr/>
        </p:nvSpPr>
        <p:spPr>
          <a:xfrm>
            <a:off x="5886841" y="2326590"/>
            <a:ext cx="2549388" cy="830956"/>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accent4"/>
              </a:buClr>
              <a:buSzPts val="1600"/>
              <a:buFont typeface="Arial"/>
              <a:buNone/>
              <a:defRPr sz="1600" b="1" i="0" u="none" strike="noStrike" cap="none">
                <a:solidFill>
                  <a:schemeClr val="accent4"/>
                </a:solidFill>
                <a:latin typeface="Montserrat"/>
                <a:ea typeface="Montserrat"/>
                <a:cs typeface="Montserrat"/>
                <a:sym typeface="Montserrat"/>
              </a:defRPr>
            </a:lvl1pPr>
            <a:lvl2pPr marL="914400" marR="0" lvl="1" indent="-317500" algn="l" rtl="0">
              <a:lnSpc>
                <a:spcPct val="100000"/>
              </a:lnSpc>
              <a:spcBef>
                <a:spcPts val="600"/>
              </a:spcBef>
              <a:spcAft>
                <a:spcPts val="0"/>
              </a:spcAft>
              <a:buClr>
                <a:srgbClr val="222A3F"/>
              </a:buClr>
              <a:buSzPts val="1400"/>
              <a:buFont typeface="Arial"/>
              <a:buChar char="•"/>
              <a:defRPr sz="1400" b="0" i="0" u="none" strike="noStrike" cap="none">
                <a:solidFill>
                  <a:srgbClr val="222A3F"/>
                </a:solidFill>
                <a:latin typeface="Montserrat"/>
                <a:ea typeface="Montserrat"/>
                <a:cs typeface="Montserrat"/>
                <a:sym typeface="Montserrat"/>
              </a:defRPr>
            </a:lvl2pPr>
            <a:lvl3pPr marL="1371600" marR="0" lvl="2" indent="-355600" algn="l" rtl="0">
              <a:lnSpc>
                <a:spcPct val="90000"/>
              </a:lnSpc>
              <a:spcBef>
                <a:spcPts val="600"/>
              </a:spcBef>
              <a:spcAft>
                <a:spcPts val="0"/>
              </a:spcAft>
              <a:buClr>
                <a:schemeClr val="dk1"/>
              </a:buClr>
              <a:buSzPts val="2000"/>
              <a:buFont typeface="Arial"/>
              <a:buChar char="•"/>
              <a:defRPr sz="2000" b="0" i="0" u="none" strike="noStrike" cap="none">
                <a:solidFill>
                  <a:schemeClr val="dk1"/>
                </a:solidFill>
                <a:latin typeface="Montserrat"/>
                <a:ea typeface="Montserrat"/>
                <a:cs typeface="Montserrat"/>
                <a:sym typeface="Montserra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9pPr>
          </a:lstStyle>
          <a:p>
            <a:pPr marL="285750" indent="-285750">
              <a:buFont typeface="Wingdings" panose="05000000000000000000" pitchFamily="2" charset="2"/>
              <a:buChar char="§"/>
            </a:pPr>
            <a:r>
              <a:rPr lang="ru-RU" dirty="0"/>
              <a:t>Работаю аналитиком данных / </a:t>
            </a:r>
            <a:r>
              <a:rPr lang="en-US" dirty="0"/>
              <a:t>AI MLE</a:t>
            </a:r>
            <a:endParaRPr lang="ru-RU" dirty="0"/>
          </a:p>
        </p:txBody>
      </p:sp>
      <p:sp>
        <p:nvSpPr>
          <p:cNvPr id="9" name="Google Shape;1082;p7">
            <a:extLst>
              <a:ext uri="{FF2B5EF4-FFF2-40B4-BE49-F238E27FC236}">
                <a16:creationId xmlns:a16="http://schemas.microsoft.com/office/drawing/2014/main" id="{EE400636-7F4F-4608-B135-4520E54FCFDE}"/>
              </a:ext>
            </a:extLst>
          </p:cNvPr>
          <p:cNvSpPr txBox="1">
            <a:spLocks/>
          </p:cNvSpPr>
          <p:nvPr/>
        </p:nvSpPr>
        <p:spPr>
          <a:xfrm>
            <a:off x="5886841" y="3460312"/>
            <a:ext cx="2549388" cy="1569620"/>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accent4"/>
              </a:buClr>
              <a:buSzPts val="1600"/>
              <a:buFont typeface="Arial"/>
              <a:buNone/>
              <a:defRPr sz="1600" b="1" i="0" u="none" strike="noStrike" cap="none">
                <a:solidFill>
                  <a:schemeClr val="accent4"/>
                </a:solidFill>
                <a:latin typeface="Montserrat"/>
                <a:ea typeface="Montserrat"/>
                <a:cs typeface="Montserrat"/>
                <a:sym typeface="Montserrat"/>
              </a:defRPr>
            </a:lvl1pPr>
            <a:lvl2pPr marL="914400" marR="0" lvl="1" indent="-317500" algn="l" rtl="0">
              <a:lnSpc>
                <a:spcPct val="100000"/>
              </a:lnSpc>
              <a:spcBef>
                <a:spcPts val="600"/>
              </a:spcBef>
              <a:spcAft>
                <a:spcPts val="0"/>
              </a:spcAft>
              <a:buClr>
                <a:srgbClr val="222A3F"/>
              </a:buClr>
              <a:buSzPts val="1400"/>
              <a:buFont typeface="Arial"/>
              <a:buChar char="•"/>
              <a:defRPr sz="1400" b="0" i="0" u="none" strike="noStrike" cap="none">
                <a:solidFill>
                  <a:srgbClr val="222A3F"/>
                </a:solidFill>
                <a:latin typeface="Montserrat"/>
                <a:ea typeface="Montserrat"/>
                <a:cs typeface="Montserrat"/>
                <a:sym typeface="Montserrat"/>
              </a:defRPr>
            </a:lvl2pPr>
            <a:lvl3pPr marL="1371600" marR="0" lvl="2" indent="-355600" algn="l" rtl="0">
              <a:lnSpc>
                <a:spcPct val="90000"/>
              </a:lnSpc>
              <a:spcBef>
                <a:spcPts val="600"/>
              </a:spcBef>
              <a:spcAft>
                <a:spcPts val="0"/>
              </a:spcAft>
              <a:buClr>
                <a:schemeClr val="dk1"/>
              </a:buClr>
              <a:buSzPts val="2000"/>
              <a:buFont typeface="Arial"/>
              <a:buChar char="•"/>
              <a:defRPr sz="2000" b="0" i="0" u="none" strike="noStrike" cap="none">
                <a:solidFill>
                  <a:schemeClr val="dk1"/>
                </a:solidFill>
                <a:latin typeface="Montserrat"/>
                <a:ea typeface="Montserrat"/>
                <a:cs typeface="Montserrat"/>
                <a:sym typeface="Montserra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9pPr>
          </a:lstStyle>
          <a:p>
            <a:pPr marL="285750" indent="-285750">
              <a:buFont typeface="Wingdings" panose="05000000000000000000" pitchFamily="2" charset="2"/>
              <a:buChar char="§"/>
            </a:pPr>
            <a:r>
              <a:rPr lang="ru-RU" dirty="0"/>
              <a:t>Занимаюсь разработкой </a:t>
            </a:r>
            <a:r>
              <a:rPr lang="en-US" dirty="0"/>
              <a:t>ML / AI </a:t>
            </a:r>
            <a:r>
              <a:rPr lang="ru-RU" dirty="0"/>
              <a:t>моделей для клиентов банка и внутренних подразделений</a:t>
            </a:r>
          </a:p>
        </p:txBody>
      </p:sp>
      <p:sp>
        <p:nvSpPr>
          <p:cNvPr id="10" name="Google Shape;1082;p7">
            <a:extLst>
              <a:ext uri="{FF2B5EF4-FFF2-40B4-BE49-F238E27FC236}">
                <a16:creationId xmlns:a16="http://schemas.microsoft.com/office/drawing/2014/main" id="{259B8B42-957A-4C1E-8C45-19F0AA8A5547}"/>
              </a:ext>
            </a:extLst>
          </p:cNvPr>
          <p:cNvSpPr txBox="1">
            <a:spLocks/>
          </p:cNvSpPr>
          <p:nvPr/>
        </p:nvSpPr>
        <p:spPr>
          <a:xfrm>
            <a:off x="485634" y="5883366"/>
            <a:ext cx="5103078" cy="984845"/>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accent4"/>
              </a:buClr>
              <a:buSzPts val="1600"/>
              <a:buFont typeface="Arial"/>
              <a:buNone/>
              <a:defRPr sz="1600" b="1" i="0" u="none" strike="noStrike" cap="none">
                <a:solidFill>
                  <a:schemeClr val="accent4"/>
                </a:solidFill>
                <a:latin typeface="Montserrat"/>
                <a:ea typeface="Montserrat"/>
                <a:cs typeface="Montserrat"/>
                <a:sym typeface="Montserrat"/>
              </a:defRPr>
            </a:lvl1pPr>
            <a:lvl2pPr marL="914400" marR="0" lvl="1" indent="-317500" algn="l" rtl="0">
              <a:lnSpc>
                <a:spcPct val="100000"/>
              </a:lnSpc>
              <a:spcBef>
                <a:spcPts val="600"/>
              </a:spcBef>
              <a:spcAft>
                <a:spcPts val="0"/>
              </a:spcAft>
              <a:buClr>
                <a:srgbClr val="222A3F"/>
              </a:buClr>
              <a:buSzPts val="1400"/>
              <a:buFont typeface="Arial"/>
              <a:buChar char="•"/>
              <a:defRPr sz="1400" b="0" i="0" u="none" strike="noStrike" cap="none">
                <a:solidFill>
                  <a:srgbClr val="222A3F"/>
                </a:solidFill>
                <a:latin typeface="Montserrat"/>
                <a:ea typeface="Montserrat"/>
                <a:cs typeface="Montserrat"/>
                <a:sym typeface="Montserrat"/>
              </a:defRPr>
            </a:lvl2pPr>
            <a:lvl3pPr marL="1371600" marR="0" lvl="2" indent="-355600" algn="l" rtl="0">
              <a:lnSpc>
                <a:spcPct val="90000"/>
              </a:lnSpc>
              <a:spcBef>
                <a:spcPts val="600"/>
              </a:spcBef>
              <a:spcAft>
                <a:spcPts val="0"/>
              </a:spcAft>
              <a:buClr>
                <a:schemeClr val="dk1"/>
              </a:buClr>
              <a:buSzPts val="2000"/>
              <a:buFont typeface="Arial"/>
              <a:buChar char="•"/>
              <a:defRPr sz="2000" b="0" i="0" u="none" strike="noStrike" cap="none">
                <a:solidFill>
                  <a:schemeClr val="dk1"/>
                </a:solidFill>
                <a:latin typeface="Montserrat"/>
                <a:ea typeface="Montserrat"/>
                <a:cs typeface="Montserrat"/>
                <a:sym typeface="Montserra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9pPr>
          </a:lstStyle>
          <a:p>
            <a:pPr marL="12065" algn="ctr">
              <a:lnSpc>
                <a:spcPct val="100000"/>
              </a:lnSpc>
              <a:spcBef>
                <a:spcPts val="385"/>
              </a:spcBef>
              <a:tabLst>
                <a:tab pos="442595" algn="l"/>
                <a:tab pos="443230" algn="l"/>
              </a:tabLst>
            </a:pPr>
            <a:r>
              <a:rPr lang="ru-RU" sz="1600" b="1" spc="75" dirty="0">
                <a:effectLst>
                  <a:outerShdw blurRad="38100" dist="38100" dir="2700000" algn="tl">
                    <a:srgbClr val="000000">
                      <a:alpha val="43137"/>
                    </a:srgbClr>
                  </a:outerShdw>
                </a:effectLst>
                <a:latin typeface="Verdana"/>
                <a:cs typeface="Tahoma"/>
              </a:rPr>
              <a:t>Некрасов Константин Олегович</a:t>
            </a:r>
          </a:p>
          <a:p>
            <a:pPr marL="12065" algn="ctr">
              <a:lnSpc>
                <a:spcPct val="100000"/>
              </a:lnSpc>
              <a:spcBef>
                <a:spcPts val="385"/>
              </a:spcBef>
              <a:tabLst>
                <a:tab pos="442595" algn="l"/>
                <a:tab pos="443230" algn="l"/>
              </a:tabLst>
            </a:pPr>
            <a:r>
              <a:rPr lang="ru-RU" sz="1600" spc="75" dirty="0">
                <a:effectLst>
                  <a:outerShdw blurRad="38100" dist="38100" dir="2700000" algn="tl">
                    <a:srgbClr val="000000">
                      <a:alpha val="43137"/>
                    </a:srgbClr>
                  </a:outerShdw>
                </a:effectLst>
                <a:latin typeface="Verdana"/>
                <a:cs typeface="Tahoma"/>
              </a:rPr>
              <a:t>Директор по разработке ML-моделей </a:t>
            </a:r>
          </a:p>
          <a:p>
            <a:pPr marL="12065" algn="ctr">
              <a:lnSpc>
                <a:spcPct val="100000"/>
              </a:lnSpc>
              <a:spcBef>
                <a:spcPts val="385"/>
              </a:spcBef>
              <a:tabLst>
                <a:tab pos="442595" algn="l"/>
                <a:tab pos="443230" algn="l"/>
              </a:tabLst>
            </a:pPr>
            <a:r>
              <a:rPr lang="ru-RU" sz="1600" spc="75" dirty="0">
                <a:effectLst>
                  <a:outerShdw blurRad="38100" dist="38100" dir="2700000" algn="tl">
                    <a:srgbClr val="000000">
                      <a:alpha val="43137"/>
                    </a:srgbClr>
                  </a:outerShdw>
                </a:effectLst>
                <a:latin typeface="Verdana"/>
                <a:cs typeface="Tahoma"/>
              </a:rPr>
              <a:t>АО «Газпромбанк»</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4"/>
        <p:cNvGrpSpPr/>
        <p:nvPr/>
      </p:nvGrpSpPr>
      <p:grpSpPr>
        <a:xfrm>
          <a:off x="0" y="0"/>
          <a:ext cx="0" cy="0"/>
          <a:chOff x="0" y="0"/>
          <a:chExt cx="0" cy="0"/>
        </a:xfrm>
      </p:grpSpPr>
      <p:sp>
        <p:nvSpPr>
          <p:cNvPr id="1125" name="Google Shape;1125;p13"/>
          <p:cNvSpPr txBox="1">
            <a:spLocks noGrp="1"/>
          </p:cNvSpPr>
          <p:nvPr>
            <p:ph type="title"/>
          </p:nvPr>
        </p:nvSpPr>
        <p:spPr>
          <a:xfrm>
            <a:off x="559572" y="359101"/>
            <a:ext cx="9199890" cy="954067"/>
          </a:xfrm>
          <a:prstGeom prst="rect">
            <a:avLst/>
          </a:prstGeom>
          <a:noFill/>
          <a:ln>
            <a:noFill/>
          </a:ln>
        </p:spPr>
        <p:txBody>
          <a:bodyPr spcFirstLastPara="1" wrap="square" lIns="91425" tIns="45700" rIns="91425" bIns="45700" anchor="t" anchorCtr="0">
            <a:spAutoFit/>
          </a:bodyPr>
          <a:lstStyle/>
          <a:p>
            <a:r>
              <a:rPr lang="ru-RU" dirty="0" err="1"/>
              <a:t>Пререквизиты</a:t>
            </a:r>
            <a:r>
              <a:rPr lang="ru-RU" dirty="0"/>
              <a:t> курсы</a:t>
            </a:r>
            <a:br>
              <a:rPr lang="ru-RU" dirty="0"/>
            </a:br>
            <a:endParaRPr dirty="0"/>
          </a:p>
        </p:txBody>
      </p:sp>
      <p:sp>
        <p:nvSpPr>
          <p:cNvPr id="1127" name="Google Shape;1127;p13"/>
          <p:cNvSpPr txBox="1">
            <a:spLocks noGrp="1"/>
          </p:cNvSpPr>
          <p:nvPr>
            <p:ph type="body" idx="2"/>
          </p:nvPr>
        </p:nvSpPr>
        <p:spPr>
          <a:xfrm>
            <a:off x="559572" y="2409034"/>
            <a:ext cx="4581530" cy="738623"/>
          </a:xfrm>
          <a:prstGeom prst="rect">
            <a:avLst/>
          </a:prstGeom>
          <a:noFill/>
          <a:ln>
            <a:noFill/>
          </a:ln>
        </p:spPr>
        <p:txBody>
          <a:bodyPr spcFirstLastPara="1" wrap="square" lIns="91425" tIns="45700" rIns="91425" bIns="45700" anchor="t" anchorCtr="0">
            <a:spAutoFit/>
          </a:bodyPr>
          <a:lstStyle/>
          <a:p>
            <a:pPr marL="285750" lvl="0" indent="-285750" algn="l" rtl="0">
              <a:lnSpc>
                <a:spcPct val="100000"/>
              </a:lnSpc>
              <a:spcBef>
                <a:spcPts val="0"/>
              </a:spcBef>
              <a:spcAft>
                <a:spcPts val="0"/>
              </a:spcAft>
              <a:buClr>
                <a:schemeClr val="dk1"/>
              </a:buClr>
              <a:buSzPts val="1400"/>
              <a:buFont typeface="Arial" panose="020B0604020202020204" pitchFamily="34" charset="0"/>
              <a:buChar char="•"/>
            </a:pPr>
            <a:r>
              <a:rPr lang="ru-RU" dirty="0"/>
              <a:t>Длительность курса – 8 недель</a:t>
            </a:r>
          </a:p>
          <a:p>
            <a:pPr marL="285750" lvl="0" indent="-285750" algn="l" rtl="0">
              <a:lnSpc>
                <a:spcPct val="100000"/>
              </a:lnSpc>
              <a:spcBef>
                <a:spcPts val="0"/>
              </a:spcBef>
              <a:spcAft>
                <a:spcPts val="0"/>
              </a:spcAft>
              <a:buClr>
                <a:schemeClr val="dk1"/>
              </a:buClr>
              <a:buSzPts val="1400"/>
              <a:buFont typeface="Arial" panose="020B0604020202020204" pitchFamily="34" charset="0"/>
              <a:buChar char="•"/>
            </a:pPr>
            <a:r>
              <a:rPr lang="ru-RU" dirty="0"/>
              <a:t>Каждая неделя включает 1-2 занятия</a:t>
            </a:r>
          </a:p>
          <a:p>
            <a:pPr marL="285750" lvl="0" indent="-285750" algn="l" rtl="0">
              <a:lnSpc>
                <a:spcPct val="100000"/>
              </a:lnSpc>
              <a:spcBef>
                <a:spcPts val="0"/>
              </a:spcBef>
              <a:spcAft>
                <a:spcPts val="0"/>
              </a:spcAft>
              <a:buClr>
                <a:schemeClr val="dk1"/>
              </a:buClr>
              <a:buSzPts val="1400"/>
              <a:buFont typeface="Arial" panose="020B0604020202020204" pitchFamily="34" charset="0"/>
              <a:buChar char="•"/>
            </a:pPr>
            <a:r>
              <a:rPr lang="ru-RU" dirty="0"/>
              <a:t>Занятия будут проходить по расписанию</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10"/>
        <p:cNvGrpSpPr/>
        <p:nvPr/>
      </p:nvGrpSpPr>
      <p:grpSpPr>
        <a:xfrm>
          <a:off x="0" y="0"/>
          <a:ext cx="0" cy="0"/>
          <a:chOff x="0" y="0"/>
          <a:chExt cx="0" cy="0"/>
        </a:xfrm>
      </p:grpSpPr>
      <p:sp>
        <p:nvSpPr>
          <p:cNvPr id="1111" name="Google Shape;1111;p11"/>
          <p:cNvSpPr txBox="1">
            <a:spLocks noGrp="1"/>
          </p:cNvSpPr>
          <p:nvPr>
            <p:ph type="title"/>
          </p:nvPr>
        </p:nvSpPr>
        <p:spPr>
          <a:xfrm>
            <a:off x="559571" y="359101"/>
            <a:ext cx="3181155" cy="954067"/>
          </a:xfrm>
          <a:prstGeom prst="rect">
            <a:avLst/>
          </a:prstGeom>
          <a:noFill/>
          <a:ln>
            <a:noFill/>
          </a:ln>
        </p:spPr>
        <p:txBody>
          <a:bodyPr spcFirstLastPara="1" wrap="square" lIns="91425" tIns="45700" rIns="91425" bIns="45700" anchor="t" anchorCtr="0">
            <a:spAutoFit/>
          </a:bodyPr>
          <a:lstStyle/>
          <a:p>
            <a:pPr marL="0" lvl="0" indent="0" algn="l" rtl="0">
              <a:lnSpc>
                <a:spcPct val="100000"/>
              </a:lnSpc>
              <a:spcBef>
                <a:spcPts val="0"/>
              </a:spcBef>
              <a:spcAft>
                <a:spcPts val="0"/>
              </a:spcAft>
              <a:buClr>
                <a:schemeClr val="lt1"/>
              </a:buClr>
              <a:buSzPts val="2800"/>
              <a:buFont typeface="Montserrat"/>
              <a:buNone/>
            </a:pPr>
            <a:r>
              <a:rPr lang="ru-RU" dirty="0"/>
              <a:t>02. Карта интереса</a:t>
            </a:r>
            <a:endParaRPr dirty="0"/>
          </a:p>
        </p:txBody>
      </p:sp>
    </p:spTree>
    <p:extLst>
      <p:ext uri="{BB962C8B-B14F-4D97-AF65-F5344CB8AC3E}">
        <p14:creationId xmlns:p14="http://schemas.microsoft.com/office/powerpoint/2010/main" val="835398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51"/>
        <p:cNvGrpSpPr/>
        <p:nvPr/>
      </p:nvGrpSpPr>
      <p:grpSpPr>
        <a:xfrm>
          <a:off x="0" y="0"/>
          <a:ext cx="0" cy="0"/>
          <a:chOff x="0" y="0"/>
          <a:chExt cx="0" cy="0"/>
        </a:xfrm>
      </p:grpSpPr>
      <p:sp>
        <p:nvSpPr>
          <p:cNvPr id="1152" name="Google Shape;1152;p16"/>
          <p:cNvSpPr txBox="1">
            <a:spLocks noGrp="1"/>
          </p:cNvSpPr>
          <p:nvPr>
            <p:ph type="title"/>
          </p:nvPr>
        </p:nvSpPr>
        <p:spPr>
          <a:xfrm>
            <a:off x="559572" y="359101"/>
            <a:ext cx="9199890" cy="523220"/>
          </a:xfrm>
          <a:prstGeom prst="rect">
            <a:avLst/>
          </a:prstGeom>
          <a:noFill/>
          <a:ln>
            <a:noFill/>
          </a:ln>
        </p:spPr>
        <p:txBody>
          <a:bodyPr spcFirstLastPara="1" wrap="square" lIns="91425" tIns="45700" rIns="91425" bIns="45700" anchor="t" anchorCtr="0">
            <a:spAutoFit/>
          </a:bodyPr>
          <a:lstStyle/>
          <a:p>
            <a:pPr marL="0" lvl="0" indent="0" algn="l" rtl="0">
              <a:lnSpc>
                <a:spcPct val="100000"/>
              </a:lnSpc>
              <a:spcBef>
                <a:spcPts val="0"/>
              </a:spcBef>
              <a:spcAft>
                <a:spcPts val="0"/>
              </a:spcAft>
              <a:buClr>
                <a:schemeClr val="accent1"/>
              </a:buClr>
              <a:buSzPts val="2800"/>
              <a:buFont typeface="Montserrat"/>
              <a:buNone/>
            </a:pPr>
            <a:r>
              <a:rPr lang="ru-RU" dirty="0"/>
              <a:t>Карта интереса</a:t>
            </a:r>
            <a:endParaRPr dirty="0"/>
          </a:p>
        </p:txBody>
      </p:sp>
      <p:pic>
        <p:nvPicPr>
          <p:cNvPr id="2050" name="Picture 2">
            <a:extLst>
              <a:ext uri="{FF2B5EF4-FFF2-40B4-BE49-F238E27FC236}">
                <a16:creationId xmlns:a16="http://schemas.microsoft.com/office/drawing/2014/main" id="{D58A1ECD-EF3C-42D7-92BD-14896C7A70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1004" y="1577635"/>
            <a:ext cx="5743575" cy="3848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55616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67"/>
        <p:cNvGrpSpPr/>
        <p:nvPr/>
      </p:nvGrpSpPr>
      <p:grpSpPr>
        <a:xfrm>
          <a:off x="0" y="0"/>
          <a:ext cx="0" cy="0"/>
          <a:chOff x="0" y="0"/>
          <a:chExt cx="0" cy="0"/>
        </a:xfrm>
      </p:grpSpPr>
      <p:graphicFrame>
        <p:nvGraphicFramePr>
          <p:cNvPr id="2" name="Таблица 2">
            <a:extLst>
              <a:ext uri="{FF2B5EF4-FFF2-40B4-BE49-F238E27FC236}">
                <a16:creationId xmlns:a16="http://schemas.microsoft.com/office/drawing/2014/main" id="{53B35655-EFEE-4605-A438-5619257CF18C}"/>
              </a:ext>
            </a:extLst>
          </p:cNvPr>
          <p:cNvGraphicFramePr>
            <a:graphicFrameLocks noGrp="1"/>
          </p:cNvGraphicFramePr>
          <p:nvPr>
            <p:extLst>
              <p:ext uri="{D42A27DB-BD31-4B8C-83A1-F6EECF244321}">
                <p14:modId xmlns:p14="http://schemas.microsoft.com/office/powerpoint/2010/main" val="2861405555"/>
              </p:ext>
            </p:extLst>
          </p:nvPr>
        </p:nvGraphicFramePr>
        <p:xfrm>
          <a:off x="1509080" y="1457925"/>
          <a:ext cx="9329438" cy="4073237"/>
        </p:xfrm>
        <a:graphic>
          <a:graphicData uri="http://schemas.openxmlformats.org/drawingml/2006/table">
            <a:tbl>
              <a:tblPr firstRow="1" bandRow="1">
                <a:tableStyleId>{5C22544A-7EE6-4342-B048-85BDC9FD1C3A}</a:tableStyleId>
              </a:tblPr>
              <a:tblGrid>
                <a:gridCol w="4664719">
                  <a:extLst>
                    <a:ext uri="{9D8B030D-6E8A-4147-A177-3AD203B41FA5}">
                      <a16:colId xmlns:a16="http://schemas.microsoft.com/office/drawing/2014/main" val="125101854"/>
                    </a:ext>
                  </a:extLst>
                </a:gridCol>
                <a:gridCol w="4664719">
                  <a:extLst>
                    <a:ext uri="{9D8B030D-6E8A-4147-A177-3AD203B41FA5}">
                      <a16:colId xmlns:a16="http://schemas.microsoft.com/office/drawing/2014/main" val="4004135673"/>
                    </a:ext>
                  </a:extLst>
                </a:gridCol>
              </a:tblGrid>
              <a:tr h="557873">
                <a:tc>
                  <a:txBody>
                    <a:bodyPr/>
                    <a:lstStyle/>
                    <a:p>
                      <a:r>
                        <a:rPr lang="ru-RU" dirty="0">
                          <a:latin typeface="Montserrat" panose="00000500000000000000" pitchFamily="2" charset="-52"/>
                        </a:rPr>
                        <a:t>Блок карты</a:t>
                      </a:r>
                    </a:p>
                  </a:txBody>
                  <a:tcPr/>
                </a:tc>
                <a:tc>
                  <a:txBody>
                    <a:bodyPr/>
                    <a:lstStyle/>
                    <a:p>
                      <a:r>
                        <a:rPr lang="ru-RU" dirty="0">
                          <a:latin typeface="Montserrat" panose="00000500000000000000" pitchFamily="2" charset="-52"/>
                        </a:rPr>
                        <a:t>Вопросы для рефлексии</a:t>
                      </a:r>
                    </a:p>
                  </a:txBody>
                  <a:tcPr/>
                </a:tc>
                <a:extLst>
                  <a:ext uri="{0D108BD9-81ED-4DB2-BD59-A6C34878D82A}">
                    <a16:rowId xmlns:a16="http://schemas.microsoft.com/office/drawing/2014/main" val="2546561437"/>
                  </a:ext>
                </a:extLst>
              </a:tr>
              <a:tr h="840630">
                <a:tc>
                  <a:txBody>
                    <a:bodyPr/>
                    <a:lstStyle/>
                    <a:p>
                      <a:pPr rtl="0" fontAlgn="t">
                        <a:spcBef>
                          <a:spcPts val="0"/>
                        </a:spcBef>
                        <a:spcAft>
                          <a:spcPts val="0"/>
                        </a:spcAft>
                      </a:pPr>
                      <a:r>
                        <a:rPr lang="ru-RU" sz="1200" b="0" i="0" u="none" strike="noStrike" dirty="0">
                          <a:solidFill>
                            <a:srgbClr val="000000"/>
                          </a:solidFill>
                          <a:effectLst/>
                          <a:latin typeface="Montserrat" panose="00000500000000000000" pitchFamily="2" charset="-52"/>
                        </a:rPr>
                        <a:t>Эмоции</a:t>
                      </a:r>
                      <a:endParaRPr lang="ru-RU" sz="1200" dirty="0">
                        <a:effectLst/>
                        <a:latin typeface="Montserrat" panose="00000500000000000000" pitchFamily="2" charset="-52"/>
                      </a:endParaRPr>
                    </a:p>
                  </a:txBody>
                  <a:tcPr marL="76200" marR="76200" marT="50800" marB="50800"/>
                </a:tc>
                <a:tc>
                  <a:txBody>
                    <a:bodyPr/>
                    <a:lstStyle/>
                    <a:p>
                      <a:pPr rtl="0" fontAlgn="t">
                        <a:spcBef>
                          <a:spcPts val="0"/>
                        </a:spcBef>
                        <a:spcAft>
                          <a:spcPts val="0"/>
                        </a:spcAft>
                      </a:pPr>
                      <a:r>
                        <a:rPr lang="ru-RU" sz="1200" b="0" i="0" u="none" strike="noStrike">
                          <a:solidFill>
                            <a:srgbClr val="000000"/>
                          </a:solidFill>
                          <a:effectLst/>
                          <a:latin typeface="Montserrat" panose="00000500000000000000" pitchFamily="2" charset="-52"/>
                        </a:rPr>
                        <a:t>Какие дисциплины, проекты или задачи вызывали у меня большой эмоциональный отклик? Где я не замечал времени?</a:t>
                      </a:r>
                      <a:endParaRPr lang="ru-RU" sz="1200">
                        <a:effectLst/>
                        <a:latin typeface="Montserrat" panose="00000500000000000000" pitchFamily="2" charset="-52"/>
                      </a:endParaRPr>
                    </a:p>
                  </a:txBody>
                  <a:tcPr marL="76200" marR="76200" marT="50800" marB="50800"/>
                </a:tc>
                <a:extLst>
                  <a:ext uri="{0D108BD9-81ED-4DB2-BD59-A6C34878D82A}">
                    <a16:rowId xmlns:a16="http://schemas.microsoft.com/office/drawing/2014/main" val="286221134"/>
                  </a:ext>
                </a:extLst>
              </a:tr>
              <a:tr h="611368">
                <a:tc>
                  <a:txBody>
                    <a:bodyPr/>
                    <a:lstStyle/>
                    <a:p>
                      <a:pPr rtl="0" fontAlgn="t">
                        <a:spcBef>
                          <a:spcPts val="0"/>
                        </a:spcBef>
                        <a:spcAft>
                          <a:spcPts val="0"/>
                        </a:spcAft>
                      </a:pPr>
                      <a:r>
                        <a:rPr lang="ru-RU" sz="1200" b="0" i="0" u="none" strike="noStrike">
                          <a:solidFill>
                            <a:srgbClr val="000000"/>
                          </a:solidFill>
                          <a:effectLst/>
                          <a:latin typeface="Montserrat" panose="00000500000000000000" pitchFamily="2" charset="-52"/>
                        </a:rPr>
                        <a:t>Инструменты</a:t>
                      </a:r>
                      <a:endParaRPr lang="ru-RU" sz="1200">
                        <a:effectLst/>
                        <a:latin typeface="Montserrat" panose="00000500000000000000" pitchFamily="2" charset="-52"/>
                      </a:endParaRPr>
                    </a:p>
                  </a:txBody>
                  <a:tcPr marL="76200" marR="76200" marT="50800" marB="50800"/>
                </a:tc>
                <a:tc>
                  <a:txBody>
                    <a:bodyPr/>
                    <a:lstStyle/>
                    <a:p>
                      <a:pPr rtl="0" fontAlgn="t">
                        <a:spcBef>
                          <a:spcPts val="0"/>
                        </a:spcBef>
                        <a:spcAft>
                          <a:spcPts val="0"/>
                        </a:spcAft>
                      </a:pPr>
                      <a:r>
                        <a:rPr lang="ru-RU" sz="1200" b="0" i="0" u="none" strike="noStrike">
                          <a:solidFill>
                            <a:srgbClr val="000000"/>
                          </a:solidFill>
                          <a:effectLst/>
                          <a:latin typeface="Montserrat" panose="00000500000000000000" pitchFamily="2" charset="-52"/>
                        </a:rPr>
                        <a:t>Какие инструменты, языки, методы или технологии я знаю уверенно?</a:t>
                      </a:r>
                      <a:endParaRPr lang="ru-RU" sz="1200">
                        <a:effectLst/>
                        <a:latin typeface="Montserrat" panose="00000500000000000000" pitchFamily="2" charset="-52"/>
                      </a:endParaRPr>
                    </a:p>
                  </a:txBody>
                  <a:tcPr marL="76200" marR="76200" marT="50800" marB="50800"/>
                </a:tc>
                <a:extLst>
                  <a:ext uri="{0D108BD9-81ED-4DB2-BD59-A6C34878D82A}">
                    <a16:rowId xmlns:a16="http://schemas.microsoft.com/office/drawing/2014/main" val="1987523464"/>
                  </a:ext>
                </a:extLst>
              </a:tr>
              <a:tr h="840630">
                <a:tc>
                  <a:txBody>
                    <a:bodyPr/>
                    <a:lstStyle/>
                    <a:p>
                      <a:pPr rtl="0" fontAlgn="t">
                        <a:spcBef>
                          <a:spcPts val="0"/>
                        </a:spcBef>
                        <a:spcAft>
                          <a:spcPts val="0"/>
                        </a:spcAft>
                      </a:pPr>
                      <a:r>
                        <a:rPr lang="ru-RU" sz="1200" b="0" i="0" u="none" strike="noStrike">
                          <a:solidFill>
                            <a:srgbClr val="000000"/>
                          </a:solidFill>
                          <a:effectLst/>
                          <a:latin typeface="Montserrat" panose="00000500000000000000" pitchFamily="2" charset="-52"/>
                        </a:rPr>
                        <a:t>Тип задач</a:t>
                      </a:r>
                      <a:endParaRPr lang="ru-RU" sz="1200">
                        <a:effectLst/>
                        <a:latin typeface="Montserrat" panose="00000500000000000000" pitchFamily="2" charset="-52"/>
                      </a:endParaRPr>
                    </a:p>
                  </a:txBody>
                  <a:tcPr marL="76200" marR="76200" marT="50800" marB="50800"/>
                </a:tc>
                <a:tc>
                  <a:txBody>
                    <a:bodyPr/>
                    <a:lstStyle/>
                    <a:p>
                      <a:pPr rtl="0" fontAlgn="t">
                        <a:spcBef>
                          <a:spcPts val="0"/>
                        </a:spcBef>
                        <a:spcAft>
                          <a:spcPts val="0"/>
                        </a:spcAft>
                      </a:pPr>
                      <a:r>
                        <a:rPr lang="ru-RU" sz="1200" b="0" i="0" u="none" strike="noStrike">
                          <a:solidFill>
                            <a:srgbClr val="000000"/>
                          </a:solidFill>
                          <a:effectLst/>
                          <a:latin typeface="Montserrat" panose="00000500000000000000" pitchFamily="2" charset="-52"/>
                        </a:rPr>
                        <a:t>Какой тип задач мне интереснее всего решать? (через глаголы: разрабатывать, анализировать, сравнивать, исследовать, тестировать, моделировать…)</a:t>
                      </a:r>
                      <a:endParaRPr lang="ru-RU" sz="1200">
                        <a:effectLst/>
                        <a:latin typeface="Montserrat" panose="00000500000000000000" pitchFamily="2" charset="-52"/>
                      </a:endParaRPr>
                    </a:p>
                  </a:txBody>
                  <a:tcPr marL="76200" marR="76200" marT="50800" marB="50800"/>
                </a:tc>
                <a:extLst>
                  <a:ext uri="{0D108BD9-81ED-4DB2-BD59-A6C34878D82A}">
                    <a16:rowId xmlns:a16="http://schemas.microsoft.com/office/drawing/2014/main" val="1550277940"/>
                  </a:ext>
                </a:extLst>
              </a:tr>
              <a:tr h="611368">
                <a:tc>
                  <a:txBody>
                    <a:bodyPr/>
                    <a:lstStyle/>
                    <a:p>
                      <a:pPr rtl="0" fontAlgn="t">
                        <a:spcBef>
                          <a:spcPts val="0"/>
                        </a:spcBef>
                        <a:spcAft>
                          <a:spcPts val="0"/>
                        </a:spcAft>
                      </a:pPr>
                      <a:r>
                        <a:rPr lang="ru-RU" sz="1200" b="0" i="0" u="none" strike="noStrike">
                          <a:solidFill>
                            <a:srgbClr val="000000"/>
                          </a:solidFill>
                          <a:effectLst/>
                          <a:latin typeface="Montserrat" panose="00000500000000000000" pitchFamily="2" charset="-52"/>
                        </a:rPr>
                        <a:t>Профессиональное развитие</a:t>
                      </a:r>
                      <a:endParaRPr lang="ru-RU" sz="1200">
                        <a:effectLst/>
                        <a:latin typeface="Montserrat" panose="00000500000000000000" pitchFamily="2" charset="-52"/>
                      </a:endParaRPr>
                    </a:p>
                  </a:txBody>
                  <a:tcPr marL="76200" marR="76200" marT="50800" marB="50800"/>
                </a:tc>
                <a:tc>
                  <a:txBody>
                    <a:bodyPr/>
                    <a:lstStyle/>
                    <a:p>
                      <a:pPr rtl="0" fontAlgn="t">
                        <a:spcBef>
                          <a:spcPts val="0"/>
                        </a:spcBef>
                        <a:spcAft>
                          <a:spcPts val="0"/>
                        </a:spcAft>
                      </a:pPr>
                      <a:r>
                        <a:rPr lang="ru-RU" sz="1200" b="0" i="0" u="none" strike="noStrike" dirty="0">
                          <a:solidFill>
                            <a:srgbClr val="000000"/>
                          </a:solidFill>
                          <a:effectLst/>
                          <a:latin typeface="Montserrat" panose="00000500000000000000" pitchFamily="2" charset="-52"/>
                        </a:rPr>
                        <a:t>В какой узкой предметной области я хотел бы развиваться дальше профессионально?</a:t>
                      </a:r>
                      <a:endParaRPr lang="ru-RU" sz="1200" dirty="0">
                        <a:effectLst/>
                        <a:latin typeface="Montserrat" panose="00000500000000000000" pitchFamily="2" charset="-52"/>
                      </a:endParaRPr>
                    </a:p>
                  </a:txBody>
                  <a:tcPr marL="76200" marR="76200" marT="50800" marB="50800"/>
                </a:tc>
                <a:extLst>
                  <a:ext uri="{0D108BD9-81ED-4DB2-BD59-A6C34878D82A}">
                    <a16:rowId xmlns:a16="http://schemas.microsoft.com/office/drawing/2014/main" val="3099277413"/>
                  </a:ext>
                </a:extLst>
              </a:tr>
              <a:tr h="611368">
                <a:tc>
                  <a:txBody>
                    <a:bodyPr/>
                    <a:lstStyle/>
                    <a:p>
                      <a:pPr rtl="0" fontAlgn="t">
                        <a:spcBef>
                          <a:spcPts val="0"/>
                        </a:spcBef>
                        <a:spcAft>
                          <a:spcPts val="0"/>
                        </a:spcAft>
                      </a:pPr>
                      <a:r>
                        <a:rPr lang="ru-RU" sz="1200" b="0" i="0" u="none" strike="noStrike">
                          <a:solidFill>
                            <a:srgbClr val="000000"/>
                          </a:solidFill>
                          <a:effectLst/>
                          <a:latin typeface="Montserrat" panose="00000500000000000000" pitchFamily="2" charset="-52"/>
                        </a:rPr>
                        <a:t>Проблемы</a:t>
                      </a:r>
                      <a:endParaRPr lang="ru-RU" sz="1200">
                        <a:effectLst/>
                        <a:latin typeface="Montserrat" panose="00000500000000000000" pitchFamily="2" charset="-52"/>
                      </a:endParaRPr>
                    </a:p>
                  </a:txBody>
                  <a:tcPr marL="76200" marR="76200" marT="50800" marB="50800"/>
                </a:tc>
                <a:tc>
                  <a:txBody>
                    <a:bodyPr/>
                    <a:lstStyle/>
                    <a:p>
                      <a:pPr rtl="0" fontAlgn="t">
                        <a:spcBef>
                          <a:spcPts val="0"/>
                        </a:spcBef>
                        <a:spcAft>
                          <a:spcPts val="0"/>
                        </a:spcAft>
                      </a:pPr>
                      <a:r>
                        <a:rPr lang="ru-RU" sz="1200" b="0" i="0" u="none" strike="noStrike" dirty="0">
                          <a:solidFill>
                            <a:srgbClr val="000000"/>
                          </a:solidFill>
                          <a:effectLst/>
                          <a:latin typeface="Montserrat" panose="00000500000000000000" pitchFamily="2" charset="-52"/>
                        </a:rPr>
                        <a:t>Какие проблемы в этой области кажутся мне важными, сложными или нерешенными?</a:t>
                      </a:r>
                      <a:endParaRPr lang="ru-RU" sz="1200" dirty="0">
                        <a:effectLst/>
                        <a:latin typeface="Montserrat" panose="00000500000000000000" pitchFamily="2" charset="-52"/>
                      </a:endParaRPr>
                    </a:p>
                  </a:txBody>
                  <a:tcPr marL="76200" marR="76200" marT="50800" marB="50800"/>
                </a:tc>
                <a:extLst>
                  <a:ext uri="{0D108BD9-81ED-4DB2-BD59-A6C34878D82A}">
                    <a16:rowId xmlns:a16="http://schemas.microsoft.com/office/drawing/2014/main" val="2653941587"/>
                  </a:ext>
                </a:extLst>
              </a:tr>
            </a:tbl>
          </a:graphicData>
        </a:graphic>
      </p:graphicFrame>
    </p:spTree>
    <p:extLst>
      <p:ext uri="{BB962C8B-B14F-4D97-AF65-F5344CB8AC3E}">
        <p14:creationId xmlns:p14="http://schemas.microsoft.com/office/powerpoint/2010/main" val="980044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10"/>
        <p:cNvGrpSpPr/>
        <p:nvPr/>
      </p:nvGrpSpPr>
      <p:grpSpPr>
        <a:xfrm>
          <a:off x="0" y="0"/>
          <a:ext cx="0" cy="0"/>
          <a:chOff x="0" y="0"/>
          <a:chExt cx="0" cy="0"/>
        </a:xfrm>
      </p:grpSpPr>
      <p:sp>
        <p:nvSpPr>
          <p:cNvPr id="1111" name="Google Shape;1111;p11"/>
          <p:cNvSpPr txBox="1">
            <a:spLocks noGrp="1"/>
          </p:cNvSpPr>
          <p:nvPr>
            <p:ph type="title"/>
          </p:nvPr>
        </p:nvSpPr>
        <p:spPr>
          <a:xfrm>
            <a:off x="559571" y="359101"/>
            <a:ext cx="3181155" cy="1384954"/>
          </a:xfrm>
          <a:prstGeom prst="rect">
            <a:avLst/>
          </a:prstGeom>
          <a:noFill/>
          <a:ln>
            <a:noFill/>
          </a:ln>
        </p:spPr>
        <p:txBody>
          <a:bodyPr spcFirstLastPara="1" wrap="square" lIns="91425" tIns="45700" rIns="91425" bIns="45700" anchor="t" anchorCtr="0">
            <a:spAutoFit/>
          </a:bodyPr>
          <a:lstStyle/>
          <a:p>
            <a:pPr marL="0" lvl="0" indent="0" algn="l" rtl="0">
              <a:lnSpc>
                <a:spcPct val="100000"/>
              </a:lnSpc>
              <a:spcBef>
                <a:spcPts val="0"/>
              </a:spcBef>
              <a:spcAft>
                <a:spcPts val="0"/>
              </a:spcAft>
              <a:buClr>
                <a:schemeClr val="lt1"/>
              </a:buClr>
              <a:buSzPts val="2800"/>
              <a:buFont typeface="Montserrat"/>
              <a:buNone/>
            </a:pPr>
            <a:r>
              <a:rPr lang="ru-RU" dirty="0"/>
              <a:t>03. ВКР как исследовательская работа</a:t>
            </a:r>
            <a:endParaRPr dirty="0"/>
          </a:p>
        </p:txBody>
      </p:sp>
    </p:spTree>
    <p:extLst>
      <p:ext uri="{BB962C8B-B14F-4D97-AF65-F5344CB8AC3E}">
        <p14:creationId xmlns:p14="http://schemas.microsoft.com/office/powerpoint/2010/main" val="23776672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60"/>
        <p:cNvGrpSpPr/>
        <p:nvPr/>
      </p:nvGrpSpPr>
      <p:grpSpPr>
        <a:xfrm>
          <a:off x="0" y="0"/>
          <a:ext cx="0" cy="0"/>
          <a:chOff x="0" y="0"/>
          <a:chExt cx="0" cy="0"/>
        </a:xfrm>
      </p:grpSpPr>
      <p:sp>
        <p:nvSpPr>
          <p:cNvPr id="1161" name="Google Shape;1161;p17"/>
          <p:cNvSpPr txBox="1">
            <a:spLocks noGrp="1"/>
          </p:cNvSpPr>
          <p:nvPr>
            <p:ph type="title"/>
          </p:nvPr>
        </p:nvSpPr>
        <p:spPr>
          <a:xfrm>
            <a:off x="559572" y="359101"/>
            <a:ext cx="7100926" cy="523180"/>
          </a:xfrm>
          <a:prstGeom prst="rect">
            <a:avLst/>
          </a:prstGeom>
          <a:noFill/>
          <a:ln>
            <a:noFill/>
          </a:ln>
        </p:spPr>
        <p:txBody>
          <a:bodyPr spcFirstLastPara="1" wrap="square" lIns="91425" tIns="45700" rIns="91425" bIns="45700" anchor="t" anchorCtr="0">
            <a:spAutoFit/>
          </a:bodyPr>
          <a:lstStyle/>
          <a:p>
            <a:pPr marL="0" lvl="0" indent="0" algn="l" rtl="0">
              <a:lnSpc>
                <a:spcPct val="100000"/>
              </a:lnSpc>
              <a:spcBef>
                <a:spcPts val="0"/>
              </a:spcBef>
              <a:spcAft>
                <a:spcPts val="0"/>
              </a:spcAft>
              <a:buClr>
                <a:schemeClr val="accent1"/>
              </a:buClr>
              <a:buSzPts val="2800"/>
              <a:buFont typeface="Montserrat"/>
              <a:buNone/>
            </a:pPr>
            <a:r>
              <a:rPr lang="ru-RU" dirty="0"/>
              <a:t>ВКР как исследовательская работа</a:t>
            </a:r>
            <a:endParaRPr dirty="0"/>
          </a:p>
        </p:txBody>
      </p:sp>
      <p:sp>
        <p:nvSpPr>
          <p:cNvPr id="1163" name="Google Shape;1163;p17"/>
          <p:cNvSpPr txBox="1">
            <a:spLocks noGrp="1"/>
          </p:cNvSpPr>
          <p:nvPr>
            <p:ph type="body" idx="2"/>
          </p:nvPr>
        </p:nvSpPr>
        <p:spPr>
          <a:xfrm>
            <a:off x="559572" y="2421823"/>
            <a:ext cx="2931773" cy="1077178"/>
          </a:xfrm>
          <a:prstGeom prst="rect">
            <a:avLst/>
          </a:prstGeom>
          <a:noFill/>
          <a:ln>
            <a:noFill/>
          </a:ln>
        </p:spPr>
        <p:txBody>
          <a:bodyPr spcFirstLastPara="1" wrap="square" lIns="91425" tIns="45700" rIns="91425" bIns="45700" anchor="t" anchorCtr="0">
            <a:spAutoFit/>
          </a:bodyPr>
          <a:lstStyle/>
          <a:p>
            <a:pPr marL="285750" lvl="0" indent="-285750" algn="l" rtl="0">
              <a:lnSpc>
                <a:spcPct val="100000"/>
              </a:lnSpc>
              <a:spcBef>
                <a:spcPts val="0"/>
              </a:spcBef>
              <a:spcAft>
                <a:spcPts val="0"/>
              </a:spcAft>
              <a:buClr>
                <a:schemeClr val="dk1"/>
              </a:buClr>
              <a:buSzPts val="1400"/>
              <a:buFontTx/>
              <a:buChar char="-"/>
            </a:pPr>
            <a:r>
              <a:rPr lang="ru-RU" sz="1600" dirty="0"/>
              <a:t>Новизна</a:t>
            </a:r>
          </a:p>
          <a:p>
            <a:pPr marL="285750" lvl="0" indent="-285750" algn="l" rtl="0">
              <a:lnSpc>
                <a:spcPct val="100000"/>
              </a:lnSpc>
              <a:spcBef>
                <a:spcPts val="0"/>
              </a:spcBef>
              <a:spcAft>
                <a:spcPts val="0"/>
              </a:spcAft>
              <a:buClr>
                <a:schemeClr val="dk1"/>
              </a:buClr>
              <a:buSzPts val="1400"/>
              <a:buFontTx/>
              <a:buChar char="-"/>
            </a:pPr>
            <a:r>
              <a:rPr lang="ru-RU" sz="1600" dirty="0"/>
              <a:t>Системность</a:t>
            </a:r>
          </a:p>
          <a:p>
            <a:pPr marL="285750" lvl="0" indent="-285750" algn="l" rtl="0">
              <a:lnSpc>
                <a:spcPct val="100000"/>
              </a:lnSpc>
              <a:spcBef>
                <a:spcPts val="0"/>
              </a:spcBef>
              <a:spcAft>
                <a:spcPts val="0"/>
              </a:spcAft>
              <a:buClr>
                <a:schemeClr val="dk1"/>
              </a:buClr>
              <a:buSzPts val="1400"/>
              <a:buFontTx/>
              <a:buChar char="-"/>
            </a:pPr>
            <a:r>
              <a:rPr lang="ru-RU" sz="1600" dirty="0"/>
              <a:t>Верифицируемость</a:t>
            </a:r>
          </a:p>
          <a:p>
            <a:pPr marL="285750" lvl="0" indent="-285750" algn="l" rtl="0">
              <a:lnSpc>
                <a:spcPct val="100000"/>
              </a:lnSpc>
              <a:spcBef>
                <a:spcPts val="0"/>
              </a:spcBef>
              <a:spcAft>
                <a:spcPts val="0"/>
              </a:spcAft>
              <a:buClr>
                <a:schemeClr val="dk1"/>
              </a:buClr>
              <a:buSzPts val="1400"/>
              <a:buFontTx/>
              <a:buChar char="-"/>
            </a:pPr>
            <a:r>
              <a:rPr lang="ru-RU" sz="1600" dirty="0"/>
              <a:t>Критическая рамка</a:t>
            </a:r>
          </a:p>
        </p:txBody>
      </p:sp>
      <p:pic>
        <p:nvPicPr>
          <p:cNvPr id="3080" name="Picture 8" descr="Психологические исследования – как их находить и изучать, чтобы разобраться  в теме, как запомнить пройденный материал">
            <a:extLst>
              <a:ext uri="{FF2B5EF4-FFF2-40B4-BE49-F238E27FC236}">
                <a16:creationId xmlns:a16="http://schemas.microsoft.com/office/drawing/2014/main" id="{077AC206-4F92-430B-B2CB-285D75A99FD6}"/>
              </a:ext>
            </a:extLst>
          </p:cNvPr>
          <p:cNvPicPr>
            <a:picLocks noChangeAspect="1" noChangeArrowheads="1"/>
          </p:cNvPicPr>
          <p:nvPr/>
        </p:nvPicPr>
        <p:blipFill>
          <a:blip r:embed="rId3">
            <a:clrChange>
              <a:clrFrom>
                <a:srgbClr val="FFFBF0"/>
              </a:clrFrom>
              <a:clrTo>
                <a:srgbClr val="FFFBF0">
                  <a:alpha val="0"/>
                </a:srgbClr>
              </a:clrTo>
            </a:clrChange>
            <a:extLst>
              <a:ext uri="{28A0092B-C50C-407E-A947-70E740481C1C}">
                <a14:useLocalDpi xmlns:a14="http://schemas.microsoft.com/office/drawing/2010/main" val="0"/>
              </a:ext>
            </a:extLst>
          </a:blip>
          <a:srcRect/>
          <a:stretch>
            <a:fillRect/>
          </a:stretch>
        </p:blipFill>
        <p:spPr bwMode="auto">
          <a:xfrm>
            <a:off x="7129763" y="0"/>
            <a:ext cx="5062238"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08654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13"/>
        <p:cNvGrpSpPr/>
        <p:nvPr/>
      </p:nvGrpSpPr>
      <p:grpSpPr>
        <a:xfrm>
          <a:off x="0" y="0"/>
          <a:ext cx="0" cy="0"/>
          <a:chOff x="0" y="0"/>
          <a:chExt cx="0" cy="0"/>
        </a:xfrm>
      </p:grpSpPr>
      <p:sp>
        <p:nvSpPr>
          <p:cNvPr id="1214" name="Google Shape;1214;p22"/>
          <p:cNvSpPr txBox="1">
            <a:spLocks noGrp="1"/>
          </p:cNvSpPr>
          <p:nvPr>
            <p:ph type="title"/>
          </p:nvPr>
        </p:nvSpPr>
        <p:spPr>
          <a:xfrm>
            <a:off x="559572" y="359101"/>
            <a:ext cx="9199890" cy="523220"/>
          </a:xfrm>
          <a:prstGeom prst="rect">
            <a:avLst/>
          </a:prstGeom>
          <a:noFill/>
          <a:ln>
            <a:noFill/>
          </a:ln>
        </p:spPr>
        <p:txBody>
          <a:bodyPr spcFirstLastPara="1" wrap="square" lIns="91425" tIns="45700" rIns="91425" bIns="45700" anchor="t" anchorCtr="0">
            <a:spAutoFit/>
          </a:bodyPr>
          <a:lstStyle/>
          <a:p>
            <a:pPr marL="0" lvl="0" indent="0" algn="l" rtl="0">
              <a:lnSpc>
                <a:spcPct val="100000"/>
              </a:lnSpc>
              <a:spcBef>
                <a:spcPts val="0"/>
              </a:spcBef>
              <a:spcAft>
                <a:spcPts val="0"/>
              </a:spcAft>
              <a:buClr>
                <a:schemeClr val="accent1"/>
              </a:buClr>
              <a:buSzPts val="2800"/>
              <a:buFont typeface="Montserrat"/>
              <a:buNone/>
            </a:pPr>
            <a:r>
              <a:rPr lang="ru-RU" dirty="0"/>
              <a:t>Новизна</a:t>
            </a:r>
            <a:endParaRPr dirty="0"/>
          </a:p>
        </p:txBody>
      </p:sp>
      <p:sp>
        <p:nvSpPr>
          <p:cNvPr id="1216" name="Google Shape;1216;p22"/>
          <p:cNvSpPr txBox="1">
            <a:spLocks noGrp="1"/>
          </p:cNvSpPr>
          <p:nvPr>
            <p:ph type="body" idx="2"/>
          </p:nvPr>
        </p:nvSpPr>
        <p:spPr>
          <a:xfrm>
            <a:off x="654422" y="1501180"/>
            <a:ext cx="8833810" cy="1754286"/>
          </a:xfrm>
          <a:prstGeom prst="rect">
            <a:avLst/>
          </a:prstGeom>
          <a:noFill/>
          <a:ln>
            <a:noFill/>
          </a:ln>
        </p:spPr>
        <p:txBody>
          <a:bodyPr spcFirstLastPara="1" wrap="square" lIns="91425" tIns="45700" rIns="91425" bIns="45700" anchor="t" anchorCtr="0">
            <a:spAutoFit/>
          </a:bodyPr>
          <a:lstStyle/>
          <a:p>
            <a:pPr marL="0" lvl="0" indent="0" algn="l" rtl="0">
              <a:lnSpc>
                <a:spcPct val="100000"/>
              </a:lnSpc>
              <a:spcBef>
                <a:spcPts val="0"/>
              </a:spcBef>
              <a:spcAft>
                <a:spcPts val="0"/>
              </a:spcAft>
              <a:buClr>
                <a:schemeClr val="dk1"/>
              </a:buClr>
              <a:buSzPts val="1400"/>
              <a:buNone/>
            </a:pPr>
            <a:r>
              <a:rPr lang="ru-RU" sz="1800" b="0" i="0" u="none" strike="noStrike" dirty="0">
                <a:solidFill>
                  <a:srgbClr val="000000"/>
                </a:solidFill>
                <a:effectLst/>
                <a:latin typeface="Montserrat" panose="00000500000000000000" pitchFamily="2" charset="-52"/>
              </a:rPr>
              <a:t>Исследовательская новизна появляется там, где студент получает собственный результат: сравнивает подходы в новых условиях, адаптирует известный метод под конкретную задачу, проверяет гипотезу на другом наборе данных, предлагает критерии оценки, выявляет ограничения решения или экспериментально подтверждает эффект, который нельзя было считать доказанным до начала работы.</a:t>
            </a:r>
            <a:endParaRPr dirty="0">
              <a:latin typeface="Montserrat" panose="00000500000000000000" pitchFamily="2" charset="-52"/>
            </a:endParaRPr>
          </a:p>
        </p:txBody>
      </p:sp>
      <p:sp>
        <p:nvSpPr>
          <p:cNvPr id="9" name="Google Shape;1216;p22">
            <a:extLst>
              <a:ext uri="{FF2B5EF4-FFF2-40B4-BE49-F238E27FC236}">
                <a16:creationId xmlns:a16="http://schemas.microsoft.com/office/drawing/2014/main" id="{809A7554-43C5-4E57-B1D4-9EDB38F961CA}"/>
              </a:ext>
            </a:extLst>
          </p:cNvPr>
          <p:cNvSpPr txBox="1">
            <a:spLocks/>
          </p:cNvSpPr>
          <p:nvPr/>
        </p:nvSpPr>
        <p:spPr>
          <a:xfrm>
            <a:off x="3033141" y="4127972"/>
            <a:ext cx="6378359" cy="2262117"/>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Montserrat"/>
                <a:ea typeface="Montserrat"/>
                <a:cs typeface="Montserrat"/>
                <a:sym typeface="Montserrat"/>
              </a:defRPr>
            </a:lvl1pPr>
            <a:lvl2pPr marL="914400" marR="0" lvl="1" indent="-381000" algn="l" rtl="0">
              <a:lnSpc>
                <a:spcPct val="90000"/>
              </a:lnSpc>
              <a:spcBef>
                <a:spcPts val="600"/>
              </a:spcBef>
              <a:spcAft>
                <a:spcPts val="0"/>
              </a:spcAft>
              <a:buClr>
                <a:schemeClr val="dk1"/>
              </a:buClr>
              <a:buSzPts val="2400"/>
              <a:buFont typeface="Arial"/>
              <a:buChar char="•"/>
              <a:defRPr sz="2400" b="0" i="0" u="none" strike="noStrike" cap="none">
                <a:solidFill>
                  <a:schemeClr val="dk1"/>
                </a:solidFill>
                <a:latin typeface="Montserrat"/>
                <a:ea typeface="Montserrat"/>
                <a:cs typeface="Montserrat"/>
                <a:sym typeface="Montserrat"/>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Montserrat"/>
                <a:ea typeface="Montserrat"/>
                <a:cs typeface="Montserrat"/>
                <a:sym typeface="Montserra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9pPr>
          </a:lstStyle>
          <a:p>
            <a:pPr marL="0" marR="144145" indent="179388" rtl="0">
              <a:spcBef>
                <a:spcPts val="400"/>
              </a:spcBef>
              <a:spcAft>
                <a:spcPts val="500"/>
              </a:spcAft>
            </a:pPr>
            <a:r>
              <a:rPr lang="ru-RU" sz="1800" b="0" u="none" strike="noStrike" dirty="0">
                <a:solidFill>
                  <a:srgbClr val="000000"/>
                </a:solidFill>
                <a:effectLst/>
                <a:latin typeface="Montserrat" panose="00000500000000000000" pitchFamily="2" charset="-52"/>
              </a:rPr>
              <a:t>Полезный тест: </a:t>
            </a:r>
            <a:r>
              <a:rPr lang="ru-RU" sz="1800" b="0" i="1" u="none" strike="noStrike" dirty="0">
                <a:solidFill>
                  <a:srgbClr val="000000"/>
                </a:solidFill>
                <a:effectLst/>
                <a:latin typeface="Montserrat" panose="00000500000000000000" pitchFamily="2" charset="-52"/>
              </a:rPr>
              <a:t>сформулируйте предложение «До начала работы я не знаю ________, а после исследования смогу обоснованно ответить ________». </a:t>
            </a:r>
            <a:endParaRPr lang="ru-RU" sz="1800" i="1" dirty="0">
              <a:solidFill>
                <a:srgbClr val="000000"/>
              </a:solidFill>
              <a:latin typeface="Montserrat" panose="00000500000000000000" pitchFamily="2" charset="-52"/>
            </a:endParaRPr>
          </a:p>
          <a:p>
            <a:pPr marL="0" marR="144145" indent="179388" rtl="0">
              <a:spcBef>
                <a:spcPts val="400"/>
              </a:spcBef>
              <a:spcAft>
                <a:spcPts val="500"/>
              </a:spcAft>
            </a:pPr>
            <a:r>
              <a:rPr lang="ru-RU" sz="1800" u="none" strike="noStrike" dirty="0">
                <a:solidFill>
                  <a:srgbClr val="000000"/>
                </a:solidFill>
                <a:effectLst/>
                <a:latin typeface="Montserrat" panose="00000500000000000000" pitchFamily="2" charset="-52"/>
              </a:rPr>
              <a:t>Если заполнить пропуски невозможно, исследовательская составляющая пока выражена слабо.</a:t>
            </a:r>
            <a:endParaRPr lang="ru-RU" dirty="0">
              <a:effectLst/>
              <a:latin typeface="Montserrat" panose="00000500000000000000" pitchFamily="2" charset="-52"/>
            </a:endParaRPr>
          </a:p>
        </p:txBody>
      </p:sp>
    </p:spTree>
    <p:extLst>
      <p:ext uri="{BB962C8B-B14F-4D97-AF65-F5344CB8AC3E}">
        <p14:creationId xmlns:p14="http://schemas.microsoft.com/office/powerpoint/2010/main" val="9931703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13"/>
        <p:cNvGrpSpPr/>
        <p:nvPr/>
      </p:nvGrpSpPr>
      <p:grpSpPr>
        <a:xfrm>
          <a:off x="0" y="0"/>
          <a:ext cx="0" cy="0"/>
          <a:chOff x="0" y="0"/>
          <a:chExt cx="0" cy="0"/>
        </a:xfrm>
      </p:grpSpPr>
      <p:sp>
        <p:nvSpPr>
          <p:cNvPr id="1214" name="Google Shape;1214;p22"/>
          <p:cNvSpPr txBox="1">
            <a:spLocks noGrp="1"/>
          </p:cNvSpPr>
          <p:nvPr>
            <p:ph type="title"/>
          </p:nvPr>
        </p:nvSpPr>
        <p:spPr>
          <a:xfrm>
            <a:off x="559572" y="359101"/>
            <a:ext cx="9199890" cy="523220"/>
          </a:xfrm>
          <a:prstGeom prst="rect">
            <a:avLst/>
          </a:prstGeom>
          <a:noFill/>
          <a:ln>
            <a:noFill/>
          </a:ln>
        </p:spPr>
        <p:txBody>
          <a:bodyPr spcFirstLastPara="1" wrap="square" lIns="91425" tIns="45700" rIns="91425" bIns="45700" anchor="t" anchorCtr="0">
            <a:spAutoFit/>
          </a:bodyPr>
          <a:lstStyle/>
          <a:p>
            <a:pPr marL="0" lvl="0" indent="0" algn="l" rtl="0">
              <a:lnSpc>
                <a:spcPct val="100000"/>
              </a:lnSpc>
              <a:spcBef>
                <a:spcPts val="0"/>
              </a:spcBef>
              <a:spcAft>
                <a:spcPts val="0"/>
              </a:spcAft>
              <a:buClr>
                <a:schemeClr val="accent1"/>
              </a:buClr>
              <a:buSzPts val="2800"/>
              <a:buFont typeface="Montserrat"/>
              <a:buNone/>
            </a:pPr>
            <a:r>
              <a:rPr lang="ru-RU" dirty="0"/>
              <a:t>Системность</a:t>
            </a:r>
            <a:endParaRPr dirty="0"/>
          </a:p>
        </p:txBody>
      </p:sp>
      <p:sp>
        <p:nvSpPr>
          <p:cNvPr id="1216" name="Google Shape;1216;p22"/>
          <p:cNvSpPr txBox="1">
            <a:spLocks noGrp="1"/>
          </p:cNvSpPr>
          <p:nvPr>
            <p:ph type="body" idx="2"/>
          </p:nvPr>
        </p:nvSpPr>
        <p:spPr>
          <a:xfrm>
            <a:off x="654422" y="1501180"/>
            <a:ext cx="8833810" cy="2585283"/>
          </a:xfrm>
          <a:prstGeom prst="rect">
            <a:avLst/>
          </a:prstGeom>
          <a:noFill/>
          <a:ln>
            <a:noFill/>
          </a:ln>
        </p:spPr>
        <p:txBody>
          <a:bodyPr spcFirstLastPara="1" wrap="square" lIns="91425" tIns="45700" rIns="91425" bIns="45700" anchor="t" anchorCtr="0">
            <a:spAutoFit/>
          </a:bodyPr>
          <a:lstStyle/>
          <a:p>
            <a:pPr marL="342900" lvl="0" indent="-342900" algn="l" rtl="0">
              <a:lnSpc>
                <a:spcPct val="100000"/>
              </a:lnSpc>
              <a:spcBef>
                <a:spcPts val="0"/>
              </a:spcBef>
              <a:spcAft>
                <a:spcPts val="0"/>
              </a:spcAft>
              <a:buClr>
                <a:schemeClr val="dk1"/>
              </a:buClr>
              <a:buSzPts val="1400"/>
              <a:buFont typeface="+mj-lt"/>
              <a:buAutoNum type="arabicPeriod"/>
            </a:pPr>
            <a:r>
              <a:rPr lang="ru-RU" sz="1800" b="0" i="0" u="none" strike="noStrike" dirty="0">
                <a:solidFill>
                  <a:srgbClr val="000000"/>
                </a:solidFill>
                <a:effectLst/>
                <a:latin typeface="Montserrat" panose="00000500000000000000" pitchFamily="2" charset="-52"/>
              </a:rPr>
              <a:t>Определить, какая неопределённость или задача требует исследования</a:t>
            </a:r>
          </a:p>
          <a:p>
            <a:pPr marL="342900" lvl="0" indent="-342900" algn="l" rtl="0">
              <a:lnSpc>
                <a:spcPct val="100000"/>
              </a:lnSpc>
              <a:spcBef>
                <a:spcPts val="0"/>
              </a:spcBef>
              <a:spcAft>
                <a:spcPts val="0"/>
              </a:spcAft>
              <a:buClr>
                <a:schemeClr val="dk1"/>
              </a:buClr>
              <a:buSzPts val="1400"/>
              <a:buFont typeface="+mj-lt"/>
              <a:buAutoNum type="arabicPeriod"/>
            </a:pPr>
            <a:r>
              <a:rPr lang="ru-RU" sz="1800" b="0" i="0" u="none" strike="noStrike" dirty="0">
                <a:solidFill>
                  <a:srgbClr val="000000"/>
                </a:solidFill>
                <a:effectLst/>
                <a:latin typeface="Montserrat" panose="00000500000000000000" pitchFamily="2" charset="-52"/>
              </a:rPr>
              <a:t>Сформулировать вопрос или предположение, которое можно проверить</a:t>
            </a:r>
          </a:p>
          <a:p>
            <a:pPr marL="342900" lvl="0" indent="-342900" algn="l" rtl="0">
              <a:lnSpc>
                <a:spcPct val="100000"/>
              </a:lnSpc>
              <a:spcBef>
                <a:spcPts val="0"/>
              </a:spcBef>
              <a:spcAft>
                <a:spcPts val="0"/>
              </a:spcAft>
              <a:buClr>
                <a:schemeClr val="dk1"/>
              </a:buClr>
              <a:buSzPts val="1400"/>
              <a:buFont typeface="+mj-lt"/>
              <a:buAutoNum type="arabicPeriod"/>
            </a:pPr>
            <a:r>
              <a:rPr lang="ru-RU" sz="1800" b="0" i="0" u="none" strike="noStrike" dirty="0">
                <a:solidFill>
                  <a:srgbClr val="000000"/>
                </a:solidFill>
                <a:effectLst/>
                <a:latin typeface="Montserrat" panose="00000500000000000000" pitchFamily="2" charset="-52"/>
              </a:rPr>
              <a:t>Выбрать и обосновать метод исследования</a:t>
            </a:r>
          </a:p>
          <a:p>
            <a:pPr marL="342900" lvl="0" indent="-342900" algn="l" rtl="0">
              <a:lnSpc>
                <a:spcPct val="100000"/>
              </a:lnSpc>
              <a:spcBef>
                <a:spcPts val="0"/>
              </a:spcBef>
              <a:spcAft>
                <a:spcPts val="0"/>
              </a:spcAft>
              <a:buClr>
                <a:schemeClr val="dk1"/>
              </a:buClr>
              <a:buSzPts val="1400"/>
              <a:buFont typeface="+mj-lt"/>
              <a:buAutoNum type="arabicPeriod"/>
            </a:pPr>
            <a:r>
              <a:rPr lang="ru-RU" sz="1800" b="0" i="0" u="none" strike="noStrike" dirty="0">
                <a:solidFill>
                  <a:srgbClr val="000000"/>
                </a:solidFill>
                <a:effectLst/>
                <a:latin typeface="Montserrat" panose="00000500000000000000" pitchFamily="2" charset="-52"/>
              </a:rPr>
              <a:t>Определить данные, условия, критерии и метрики</a:t>
            </a:r>
          </a:p>
          <a:p>
            <a:pPr marL="342900" lvl="0" indent="-342900" algn="l" rtl="0">
              <a:lnSpc>
                <a:spcPct val="100000"/>
              </a:lnSpc>
              <a:spcBef>
                <a:spcPts val="0"/>
              </a:spcBef>
              <a:spcAft>
                <a:spcPts val="0"/>
              </a:spcAft>
              <a:buClr>
                <a:schemeClr val="dk1"/>
              </a:buClr>
              <a:buSzPts val="1400"/>
              <a:buFont typeface="+mj-lt"/>
              <a:buAutoNum type="arabicPeriod"/>
            </a:pPr>
            <a:r>
              <a:rPr lang="ru-RU" sz="1800" b="0" i="0" u="none" strike="noStrike" dirty="0">
                <a:solidFill>
                  <a:srgbClr val="000000"/>
                </a:solidFill>
                <a:effectLst/>
                <a:latin typeface="Montserrat" panose="00000500000000000000" pitchFamily="2" charset="-52"/>
              </a:rPr>
              <a:t>Получить результат и сопоставить его с исходным предположением или альтернативами</a:t>
            </a:r>
          </a:p>
          <a:p>
            <a:pPr marL="342900" lvl="0" indent="-342900" algn="l" rtl="0">
              <a:lnSpc>
                <a:spcPct val="100000"/>
              </a:lnSpc>
              <a:spcBef>
                <a:spcPts val="0"/>
              </a:spcBef>
              <a:spcAft>
                <a:spcPts val="0"/>
              </a:spcAft>
              <a:buClr>
                <a:schemeClr val="dk1"/>
              </a:buClr>
              <a:buSzPts val="1400"/>
              <a:buFont typeface="+mj-lt"/>
              <a:buAutoNum type="arabicPeriod"/>
            </a:pPr>
            <a:r>
              <a:rPr lang="ru-RU" sz="1800" b="0" i="0" u="none" strike="noStrike" dirty="0">
                <a:solidFill>
                  <a:srgbClr val="000000"/>
                </a:solidFill>
                <a:effectLst/>
                <a:latin typeface="Montserrat" panose="00000500000000000000" pitchFamily="2" charset="-52"/>
              </a:rPr>
              <a:t>Сформулировать выводы и ограничения применимости результата</a:t>
            </a:r>
          </a:p>
        </p:txBody>
      </p:sp>
    </p:spTree>
    <p:extLst>
      <p:ext uri="{BB962C8B-B14F-4D97-AF65-F5344CB8AC3E}">
        <p14:creationId xmlns:p14="http://schemas.microsoft.com/office/powerpoint/2010/main" val="15601771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13"/>
        <p:cNvGrpSpPr/>
        <p:nvPr/>
      </p:nvGrpSpPr>
      <p:grpSpPr>
        <a:xfrm>
          <a:off x="0" y="0"/>
          <a:ext cx="0" cy="0"/>
          <a:chOff x="0" y="0"/>
          <a:chExt cx="0" cy="0"/>
        </a:xfrm>
      </p:grpSpPr>
      <p:sp>
        <p:nvSpPr>
          <p:cNvPr id="1214" name="Google Shape;1214;p22"/>
          <p:cNvSpPr txBox="1">
            <a:spLocks noGrp="1"/>
          </p:cNvSpPr>
          <p:nvPr>
            <p:ph type="title"/>
          </p:nvPr>
        </p:nvSpPr>
        <p:spPr>
          <a:xfrm>
            <a:off x="559572" y="359101"/>
            <a:ext cx="9199890" cy="523220"/>
          </a:xfrm>
          <a:prstGeom prst="rect">
            <a:avLst/>
          </a:prstGeom>
          <a:noFill/>
          <a:ln>
            <a:noFill/>
          </a:ln>
        </p:spPr>
        <p:txBody>
          <a:bodyPr spcFirstLastPara="1" wrap="square" lIns="91425" tIns="45700" rIns="91425" bIns="45700" anchor="t" anchorCtr="0">
            <a:spAutoFit/>
          </a:bodyPr>
          <a:lstStyle/>
          <a:p>
            <a:pPr marL="0" lvl="0" indent="0" algn="l" rtl="0">
              <a:lnSpc>
                <a:spcPct val="100000"/>
              </a:lnSpc>
              <a:spcBef>
                <a:spcPts val="0"/>
              </a:spcBef>
              <a:spcAft>
                <a:spcPts val="0"/>
              </a:spcAft>
              <a:buClr>
                <a:schemeClr val="accent1"/>
              </a:buClr>
              <a:buSzPts val="2800"/>
              <a:buFont typeface="Montserrat"/>
              <a:buNone/>
            </a:pPr>
            <a:r>
              <a:rPr lang="ru-RU" dirty="0"/>
              <a:t>Верифицируемость</a:t>
            </a:r>
            <a:endParaRPr dirty="0"/>
          </a:p>
        </p:txBody>
      </p:sp>
      <p:sp>
        <p:nvSpPr>
          <p:cNvPr id="1216" name="Google Shape;1216;p22"/>
          <p:cNvSpPr txBox="1">
            <a:spLocks noGrp="1"/>
          </p:cNvSpPr>
          <p:nvPr>
            <p:ph type="body" idx="2"/>
          </p:nvPr>
        </p:nvSpPr>
        <p:spPr>
          <a:xfrm>
            <a:off x="654422" y="1501180"/>
            <a:ext cx="8833810" cy="1477287"/>
          </a:xfrm>
          <a:prstGeom prst="rect">
            <a:avLst/>
          </a:prstGeom>
          <a:noFill/>
          <a:ln>
            <a:noFill/>
          </a:ln>
        </p:spPr>
        <p:txBody>
          <a:bodyPr spcFirstLastPara="1" wrap="square" lIns="91425" tIns="45700" rIns="91425" bIns="45700" anchor="t" anchorCtr="0">
            <a:spAutoFit/>
          </a:bodyPr>
          <a:lstStyle/>
          <a:p>
            <a:pPr marL="0" lvl="0" indent="0" algn="l" rtl="0">
              <a:lnSpc>
                <a:spcPct val="100000"/>
              </a:lnSpc>
              <a:spcBef>
                <a:spcPts val="0"/>
              </a:spcBef>
              <a:spcAft>
                <a:spcPts val="0"/>
              </a:spcAft>
              <a:buClr>
                <a:schemeClr val="dk1"/>
              </a:buClr>
              <a:buSzPts val="1400"/>
              <a:buNone/>
            </a:pPr>
            <a:r>
              <a:rPr lang="ru-RU" sz="1800" b="0" i="0" u="none" strike="noStrike" dirty="0">
                <a:solidFill>
                  <a:srgbClr val="000000"/>
                </a:solidFill>
                <a:effectLst/>
                <a:latin typeface="Montserrat" panose="00000500000000000000" pitchFamily="2" charset="-52"/>
              </a:rPr>
              <a:t>Верифицируемость означает, что ход работы можно описать так, чтобы другой исследователь понял, как получен результат и при необходимости мог повторить процедуру. Для технической ВКР это обычно означает прозрачное описание данных, конфигурации, методов, параметров, критериев сравнения и метрик.</a:t>
            </a:r>
          </a:p>
        </p:txBody>
      </p:sp>
      <p:sp>
        <p:nvSpPr>
          <p:cNvPr id="9" name="Google Shape;1216;p22">
            <a:extLst>
              <a:ext uri="{FF2B5EF4-FFF2-40B4-BE49-F238E27FC236}">
                <a16:creationId xmlns:a16="http://schemas.microsoft.com/office/drawing/2014/main" id="{809A7554-43C5-4E57-B1D4-9EDB38F961CA}"/>
              </a:ext>
            </a:extLst>
          </p:cNvPr>
          <p:cNvSpPr txBox="1">
            <a:spLocks/>
          </p:cNvSpPr>
          <p:nvPr/>
        </p:nvSpPr>
        <p:spPr>
          <a:xfrm>
            <a:off x="3033141" y="4127972"/>
            <a:ext cx="6378359" cy="2146701"/>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Montserrat"/>
                <a:ea typeface="Montserrat"/>
                <a:cs typeface="Montserrat"/>
                <a:sym typeface="Montserrat"/>
              </a:defRPr>
            </a:lvl1pPr>
            <a:lvl2pPr marL="914400" marR="0" lvl="1" indent="-381000" algn="l" rtl="0">
              <a:lnSpc>
                <a:spcPct val="90000"/>
              </a:lnSpc>
              <a:spcBef>
                <a:spcPts val="600"/>
              </a:spcBef>
              <a:spcAft>
                <a:spcPts val="0"/>
              </a:spcAft>
              <a:buClr>
                <a:schemeClr val="dk1"/>
              </a:buClr>
              <a:buSzPts val="2400"/>
              <a:buFont typeface="Arial"/>
              <a:buChar char="•"/>
              <a:defRPr sz="2400" b="0" i="0" u="none" strike="noStrike" cap="none">
                <a:solidFill>
                  <a:schemeClr val="dk1"/>
                </a:solidFill>
                <a:latin typeface="Montserrat"/>
                <a:ea typeface="Montserrat"/>
                <a:cs typeface="Montserrat"/>
                <a:sym typeface="Montserrat"/>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Montserrat"/>
                <a:ea typeface="Montserrat"/>
                <a:cs typeface="Montserrat"/>
                <a:sym typeface="Montserra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9pPr>
          </a:lstStyle>
          <a:p>
            <a:pPr marL="0" marR="144145" indent="179388" rtl="0">
              <a:spcBef>
                <a:spcPts val="400"/>
              </a:spcBef>
              <a:spcAft>
                <a:spcPts val="500"/>
              </a:spcAft>
            </a:pPr>
            <a:r>
              <a:rPr lang="ru-RU" sz="1800" b="1" u="none" strike="noStrike" dirty="0">
                <a:solidFill>
                  <a:srgbClr val="000000"/>
                </a:solidFill>
                <a:effectLst/>
                <a:latin typeface="Montserrat" panose="00000500000000000000" pitchFamily="2" charset="-52"/>
              </a:rPr>
              <a:t>Пример. </a:t>
            </a:r>
            <a:r>
              <a:rPr lang="ru-RU" sz="1800" b="0" i="1" u="none" strike="noStrike" dirty="0">
                <a:solidFill>
                  <a:srgbClr val="000000"/>
                </a:solidFill>
                <a:effectLst/>
                <a:latin typeface="Montserrat" panose="00000500000000000000" pitchFamily="2" charset="-52"/>
              </a:rPr>
              <a:t>Если студент утверждает, что новые правила корреляции повышают качество обнаружения подозрительной активности, необходимо определить хотя бы базовую линию сравнения, тестовые сценарии и показатели качества. Только тогда вывод «повышает качество» становится проверяемым.</a:t>
            </a:r>
          </a:p>
        </p:txBody>
      </p:sp>
    </p:spTree>
    <p:extLst>
      <p:ext uri="{BB962C8B-B14F-4D97-AF65-F5344CB8AC3E}">
        <p14:creationId xmlns:p14="http://schemas.microsoft.com/office/powerpoint/2010/main" val="11416167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13"/>
        <p:cNvGrpSpPr/>
        <p:nvPr/>
      </p:nvGrpSpPr>
      <p:grpSpPr>
        <a:xfrm>
          <a:off x="0" y="0"/>
          <a:ext cx="0" cy="0"/>
          <a:chOff x="0" y="0"/>
          <a:chExt cx="0" cy="0"/>
        </a:xfrm>
      </p:grpSpPr>
      <p:sp>
        <p:nvSpPr>
          <p:cNvPr id="1214" name="Google Shape;1214;p22"/>
          <p:cNvSpPr txBox="1">
            <a:spLocks noGrp="1"/>
          </p:cNvSpPr>
          <p:nvPr>
            <p:ph type="title"/>
          </p:nvPr>
        </p:nvSpPr>
        <p:spPr>
          <a:xfrm>
            <a:off x="559572" y="359101"/>
            <a:ext cx="9199890" cy="523220"/>
          </a:xfrm>
          <a:prstGeom prst="rect">
            <a:avLst/>
          </a:prstGeom>
          <a:noFill/>
          <a:ln>
            <a:noFill/>
          </a:ln>
        </p:spPr>
        <p:txBody>
          <a:bodyPr spcFirstLastPara="1" wrap="square" lIns="91425" tIns="45700" rIns="91425" bIns="45700" anchor="t" anchorCtr="0">
            <a:spAutoFit/>
          </a:bodyPr>
          <a:lstStyle/>
          <a:p>
            <a:pPr marL="0" lvl="0" indent="0" algn="l" rtl="0">
              <a:lnSpc>
                <a:spcPct val="100000"/>
              </a:lnSpc>
              <a:spcBef>
                <a:spcPts val="0"/>
              </a:spcBef>
              <a:spcAft>
                <a:spcPts val="0"/>
              </a:spcAft>
              <a:buClr>
                <a:schemeClr val="accent1"/>
              </a:buClr>
              <a:buSzPts val="2800"/>
              <a:buFont typeface="Montserrat"/>
              <a:buNone/>
            </a:pPr>
            <a:r>
              <a:rPr lang="ru-RU" dirty="0"/>
              <a:t>Критическая рамка</a:t>
            </a:r>
            <a:endParaRPr dirty="0"/>
          </a:p>
        </p:txBody>
      </p:sp>
      <p:sp>
        <p:nvSpPr>
          <p:cNvPr id="1216" name="Google Shape;1216;p22"/>
          <p:cNvSpPr txBox="1">
            <a:spLocks noGrp="1"/>
          </p:cNvSpPr>
          <p:nvPr>
            <p:ph type="body" idx="2"/>
          </p:nvPr>
        </p:nvSpPr>
        <p:spPr>
          <a:xfrm>
            <a:off x="654422" y="1501180"/>
            <a:ext cx="8833810" cy="1200288"/>
          </a:xfrm>
          <a:prstGeom prst="rect">
            <a:avLst/>
          </a:prstGeom>
          <a:noFill/>
          <a:ln>
            <a:noFill/>
          </a:ln>
        </p:spPr>
        <p:txBody>
          <a:bodyPr spcFirstLastPara="1" wrap="square" lIns="91425" tIns="45700" rIns="91425" bIns="45700" anchor="t" anchorCtr="0">
            <a:spAutoFit/>
          </a:bodyPr>
          <a:lstStyle/>
          <a:p>
            <a:pPr marL="0" lvl="0" indent="0" algn="l" rtl="0">
              <a:lnSpc>
                <a:spcPct val="100000"/>
              </a:lnSpc>
              <a:spcBef>
                <a:spcPts val="0"/>
              </a:spcBef>
              <a:spcAft>
                <a:spcPts val="0"/>
              </a:spcAft>
              <a:buClr>
                <a:schemeClr val="dk1"/>
              </a:buClr>
              <a:buSzPts val="1400"/>
              <a:buNone/>
            </a:pPr>
            <a:r>
              <a:rPr lang="ru-RU" sz="1800" b="0" i="0" u="none" strike="noStrike" dirty="0">
                <a:solidFill>
                  <a:srgbClr val="000000"/>
                </a:solidFill>
                <a:effectLst/>
                <a:latin typeface="Montserrat" panose="00000500000000000000" pitchFamily="2" charset="-52"/>
              </a:rPr>
              <a:t>Исследователь не стремится любой ценой подтвердить собственную идею. Напротив, он должен быть готов определить границы применимости решения и зафиксировать условия, в которых оно не даёт ожидаемого эффекта.</a:t>
            </a:r>
          </a:p>
        </p:txBody>
      </p:sp>
    </p:spTree>
    <p:extLst>
      <p:ext uri="{BB962C8B-B14F-4D97-AF65-F5344CB8AC3E}">
        <p14:creationId xmlns:p14="http://schemas.microsoft.com/office/powerpoint/2010/main" val="12797455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10"/>
        <p:cNvGrpSpPr/>
        <p:nvPr/>
      </p:nvGrpSpPr>
      <p:grpSpPr>
        <a:xfrm>
          <a:off x="0" y="0"/>
          <a:ext cx="0" cy="0"/>
          <a:chOff x="0" y="0"/>
          <a:chExt cx="0" cy="0"/>
        </a:xfrm>
      </p:grpSpPr>
      <p:sp>
        <p:nvSpPr>
          <p:cNvPr id="1111" name="Google Shape;1111;p11"/>
          <p:cNvSpPr txBox="1">
            <a:spLocks noGrp="1"/>
          </p:cNvSpPr>
          <p:nvPr>
            <p:ph type="title"/>
          </p:nvPr>
        </p:nvSpPr>
        <p:spPr>
          <a:xfrm>
            <a:off x="559571" y="359101"/>
            <a:ext cx="3181155" cy="1384954"/>
          </a:xfrm>
          <a:prstGeom prst="rect">
            <a:avLst/>
          </a:prstGeom>
          <a:noFill/>
          <a:ln>
            <a:noFill/>
          </a:ln>
        </p:spPr>
        <p:txBody>
          <a:bodyPr spcFirstLastPara="1" wrap="square" lIns="91425" tIns="45700" rIns="91425" bIns="45700" anchor="t" anchorCtr="0">
            <a:spAutoFit/>
          </a:bodyPr>
          <a:lstStyle/>
          <a:p>
            <a:pPr marL="0" lvl="0" indent="0" algn="l" rtl="0">
              <a:lnSpc>
                <a:spcPct val="100000"/>
              </a:lnSpc>
              <a:spcBef>
                <a:spcPts val="0"/>
              </a:spcBef>
              <a:spcAft>
                <a:spcPts val="0"/>
              </a:spcAft>
              <a:buClr>
                <a:schemeClr val="lt1"/>
              </a:buClr>
              <a:buSzPts val="2800"/>
              <a:buFont typeface="Montserrat"/>
              <a:buNone/>
            </a:pPr>
            <a:r>
              <a:rPr lang="ru-RU" dirty="0"/>
              <a:t>04. Поиск актуального контента</a:t>
            </a:r>
            <a:endParaRPr dirty="0"/>
          </a:p>
        </p:txBody>
      </p:sp>
    </p:spTree>
    <p:extLst>
      <p:ext uri="{BB962C8B-B14F-4D97-AF65-F5344CB8AC3E}">
        <p14:creationId xmlns:p14="http://schemas.microsoft.com/office/powerpoint/2010/main" val="24865501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13"/>
        <p:cNvGrpSpPr/>
        <p:nvPr/>
      </p:nvGrpSpPr>
      <p:grpSpPr>
        <a:xfrm>
          <a:off x="0" y="0"/>
          <a:ext cx="0" cy="0"/>
          <a:chOff x="0" y="0"/>
          <a:chExt cx="0" cy="0"/>
        </a:xfrm>
      </p:grpSpPr>
      <p:sp>
        <p:nvSpPr>
          <p:cNvPr id="1214" name="Google Shape;1214;p22"/>
          <p:cNvSpPr txBox="1">
            <a:spLocks noGrp="1"/>
          </p:cNvSpPr>
          <p:nvPr>
            <p:ph type="title"/>
          </p:nvPr>
        </p:nvSpPr>
        <p:spPr>
          <a:xfrm>
            <a:off x="559572" y="359101"/>
            <a:ext cx="9199890" cy="523220"/>
          </a:xfrm>
          <a:prstGeom prst="rect">
            <a:avLst/>
          </a:prstGeom>
          <a:noFill/>
          <a:ln>
            <a:noFill/>
          </a:ln>
        </p:spPr>
        <p:txBody>
          <a:bodyPr spcFirstLastPara="1" wrap="square" lIns="91425" tIns="45700" rIns="91425" bIns="45700" anchor="t" anchorCtr="0">
            <a:spAutoFit/>
          </a:bodyPr>
          <a:lstStyle/>
          <a:p>
            <a:pPr marL="0" lvl="0" indent="0" algn="l" rtl="0">
              <a:lnSpc>
                <a:spcPct val="100000"/>
              </a:lnSpc>
              <a:spcBef>
                <a:spcPts val="0"/>
              </a:spcBef>
              <a:spcAft>
                <a:spcPts val="0"/>
              </a:spcAft>
              <a:buClr>
                <a:schemeClr val="accent1"/>
              </a:buClr>
              <a:buSzPts val="2800"/>
              <a:buFont typeface="Montserrat"/>
              <a:buNone/>
            </a:pPr>
            <a:r>
              <a:rPr lang="ru-RU" dirty="0"/>
              <a:t>Откуда брать источники</a:t>
            </a:r>
            <a:endParaRPr dirty="0"/>
          </a:p>
        </p:txBody>
      </p:sp>
      <p:sp>
        <p:nvSpPr>
          <p:cNvPr id="1216" name="Google Shape;1216;p22"/>
          <p:cNvSpPr txBox="1">
            <a:spLocks noGrp="1"/>
          </p:cNvSpPr>
          <p:nvPr>
            <p:ph type="body" idx="2"/>
          </p:nvPr>
        </p:nvSpPr>
        <p:spPr>
          <a:xfrm>
            <a:off x="654422" y="1501180"/>
            <a:ext cx="8833810" cy="1754286"/>
          </a:xfrm>
          <a:prstGeom prst="rect">
            <a:avLst/>
          </a:prstGeom>
          <a:noFill/>
          <a:ln>
            <a:noFill/>
          </a:ln>
        </p:spPr>
        <p:txBody>
          <a:bodyPr spcFirstLastPara="1" wrap="square" lIns="91425" tIns="45700" rIns="91425" bIns="45700" anchor="t" anchorCtr="0">
            <a:spAutoFit/>
          </a:bodyPr>
          <a:lstStyle/>
          <a:p>
            <a:pPr marL="285750" lvl="0" indent="-285750" algn="l" rtl="0">
              <a:lnSpc>
                <a:spcPct val="100000"/>
              </a:lnSpc>
              <a:spcBef>
                <a:spcPts val="0"/>
              </a:spcBef>
              <a:spcAft>
                <a:spcPts val="0"/>
              </a:spcAft>
              <a:buClr>
                <a:schemeClr val="dk1"/>
              </a:buClr>
              <a:buSzPts val="1400"/>
              <a:buFont typeface="Arial" panose="020B0604020202020204" pitchFamily="34" charset="0"/>
              <a:buChar char="•"/>
            </a:pPr>
            <a:r>
              <a:rPr lang="ru-RU" sz="1800" b="0" i="0" u="none" strike="noStrike" dirty="0">
                <a:solidFill>
                  <a:srgbClr val="000000"/>
                </a:solidFill>
                <a:effectLst/>
                <a:latin typeface="Montserrat" panose="00000500000000000000" pitchFamily="2" charset="-52"/>
              </a:rPr>
              <a:t>Нормативные документы и стандарты</a:t>
            </a:r>
          </a:p>
          <a:p>
            <a:pPr marL="285750" lvl="0" indent="-285750" algn="l" rtl="0">
              <a:lnSpc>
                <a:spcPct val="100000"/>
              </a:lnSpc>
              <a:spcBef>
                <a:spcPts val="0"/>
              </a:spcBef>
              <a:spcAft>
                <a:spcPts val="0"/>
              </a:spcAft>
              <a:buClr>
                <a:schemeClr val="dk1"/>
              </a:buClr>
              <a:buSzPts val="1400"/>
              <a:buFont typeface="Arial" panose="020B0604020202020204" pitchFamily="34" charset="0"/>
              <a:buChar char="•"/>
            </a:pPr>
            <a:r>
              <a:rPr lang="ru-RU" sz="1800" b="0" i="0" u="none" strike="noStrike" dirty="0">
                <a:solidFill>
                  <a:srgbClr val="000000"/>
                </a:solidFill>
                <a:effectLst/>
                <a:latin typeface="Montserrat" panose="00000500000000000000" pitchFamily="2" charset="-52"/>
              </a:rPr>
              <a:t>Лучшие мировые практики</a:t>
            </a:r>
          </a:p>
          <a:p>
            <a:pPr marL="285750" lvl="0" indent="-285750" algn="l" rtl="0">
              <a:lnSpc>
                <a:spcPct val="100000"/>
              </a:lnSpc>
              <a:spcBef>
                <a:spcPts val="0"/>
              </a:spcBef>
              <a:spcAft>
                <a:spcPts val="0"/>
              </a:spcAft>
              <a:buClr>
                <a:schemeClr val="dk1"/>
              </a:buClr>
              <a:buSzPts val="1400"/>
              <a:buFont typeface="Arial" panose="020B0604020202020204" pitchFamily="34" charset="0"/>
              <a:buChar char="•"/>
            </a:pPr>
            <a:r>
              <a:rPr lang="ru-RU" sz="1800" b="0" i="0" u="none" strike="noStrike" dirty="0">
                <a:solidFill>
                  <a:srgbClr val="000000"/>
                </a:solidFill>
                <a:effectLst/>
                <a:latin typeface="Montserrat" panose="00000500000000000000" pitchFamily="2" charset="-52"/>
              </a:rPr>
              <a:t>Научные статьи, патенты, диссертации</a:t>
            </a:r>
          </a:p>
          <a:p>
            <a:pPr marL="285750" lvl="0" indent="-285750" algn="l" rtl="0">
              <a:lnSpc>
                <a:spcPct val="100000"/>
              </a:lnSpc>
              <a:spcBef>
                <a:spcPts val="0"/>
              </a:spcBef>
              <a:spcAft>
                <a:spcPts val="0"/>
              </a:spcAft>
              <a:buClr>
                <a:schemeClr val="dk1"/>
              </a:buClr>
              <a:buSzPts val="1400"/>
              <a:buFont typeface="Arial" panose="020B0604020202020204" pitchFamily="34" charset="0"/>
              <a:buChar char="•"/>
            </a:pPr>
            <a:r>
              <a:rPr lang="ru-RU" sz="1800" b="0" i="0" u="none" strike="noStrike" dirty="0">
                <a:solidFill>
                  <a:srgbClr val="000000"/>
                </a:solidFill>
                <a:effectLst/>
                <a:latin typeface="Montserrat" panose="00000500000000000000" pitchFamily="2" charset="-52"/>
              </a:rPr>
              <a:t>Отчеты компаний и аналитических агентств</a:t>
            </a:r>
          </a:p>
          <a:p>
            <a:pPr marL="285750" lvl="0" indent="-285750" algn="l" rtl="0">
              <a:lnSpc>
                <a:spcPct val="100000"/>
              </a:lnSpc>
              <a:spcBef>
                <a:spcPts val="0"/>
              </a:spcBef>
              <a:spcAft>
                <a:spcPts val="0"/>
              </a:spcAft>
              <a:buClr>
                <a:schemeClr val="dk1"/>
              </a:buClr>
              <a:buSzPts val="1400"/>
              <a:buFont typeface="Arial" panose="020B0604020202020204" pitchFamily="34" charset="0"/>
              <a:buChar char="•"/>
            </a:pPr>
            <a:r>
              <a:rPr lang="ru-RU" sz="1800" b="0" i="0" u="none" strike="noStrike" dirty="0">
                <a:solidFill>
                  <a:srgbClr val="000000"/>
                </a:solidFill>
                <a:effectLst/>
                <a:latin typeface="Montserrat" panose="00000500000000000000" pitchFamily="2" charset="-52"/>
              </a:rPr>
              <a:t>Практические материалы: статьи, репозитории, доклады конференций</a:t>
            </a:r>
          </a:p>
        </p:txBody>
      </p:sp>
    </p:spTree>
    <p:extLst>
      <p:ext uri="{BB962C8B-B14F-4D97-AF65-F5344CB8AC3E}">
        <p14:creationId xmlns:p14="http://schemas.microsoft.com/office/powerpoint/2010/main" val="21462482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10"/>
        <p:cNvGrpSpPr/>
        <p:nvPr/>
      </p:nvGrpSpPr>
      <p:grpSpPr>
        <a:xfrm>
          <a:off x="0" y="0"/>
          <a:ext cx="0" cy="0"/>
          <a:chOff x="0" y="0"/>
          <a:chExt cx="0" cy="0"/>
        </a:xfrm>
      </p:grpSpPr>
      <p:sp>
        <p:nvSpPr>
          <p:cNvPr id="1111" name="Google Shape;1111;p11"/>
          <p:cNvSpPr txBox="1">
            <a:spLocks noGrp="1"/>
          </p:cNvSpPr>
          <p:nvPr>
            <p:ph type="title"/>
          </p:nvPr>
        </p:nvSpPr>
        <p:spPr>
          <a:xfrm>
            <a:off x="559571" y="359101"/>
            <a:ext cx="3181155" cy="954067"/>
          </a:xfrm>
          <a:prstGeom prst="rect">
            <a:avLst/>
          </a:prstGeom>
          <a:noFill/>
          <a:ln>
            <a:noFill/>
          </a:ln>
        </p:spPr>
        <p:txBody>
          <a:bodyPr spcFirstLastPara="1" wrap="square" lIns="91425" tIns="45700" rIns="91425" bIns="45700" anchor="t" anchorCtr="0">
            <a:spAutoFit/>
          </a:bodyPr>
          <a:lstStyle/>
          <a:p>
            <a:pPr marL="0" lvl="0" indent="0" algn="l" rtl="0">
              <a:lnSpc>
                <a:spcPct val="100000"/>
              </a:lnSpc>
              <a:spcBef>
                <a:spcPts val="0"/>
              </a:spcBef>
              <a:spcAft>
                <a:spcPts val="0"/>
              </a:spcAft>
              <a:buClr>
                <a:schemeClr val="lt1"/>
              </a:buClr>
              <a:buSzPts val="2800"/>
              <a:buFont typeface="Montserrat"/>
              <a:buNone/>
            </a:pPr>
            <a:r>
              <a:rPr lang="ru-RU" dirty="0"/>
              <a:t>05. Отличия работ</a:t>
            </a:r>
            <a:endParaRPr dirty="0"/>
          </a:p>
        </p:txBody>
      </p:sp>
    </p:spTree>
    <p:extLst>
      <p:ext uri="{BB962C8B-B14F-4D97-AF65-F5344CB8AC3E}">
        <p14:creationId xmlns:p14="http://schemas.microsoft.com/office/powerpoint/2010/main" val="37083255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13"/>
        <p:cNvGrpSpPr/>
        <p:nvPr/>
      </p:nvGrpSpPr>
      <p:grpSpPr>
        <a:xfrm>
          <a:off x="0" y="0"/>
          <a:ext cx="0" cy="0"/>
          <a:chOff x="0" y="0"/>
          <a:chExt cx="0" cy="0"/>
        </a:xfrm>
      </p:grpSpPr>
      <p:sp>
        <p:nvSpPr>
          <p:cNvPr id="1214" name="Google Shape;1214;p22"/>
          <p:cNvSpPr txBox="1">
            <a:spLocks noGrp="1"/>
          </p:cNvSpPr>
          <p:nvPr>
            <p:ph type="title"/>
          </p:nvPr>
        </p:nvSpPr>
        <p:spPr>
          <a:xfrm>
            <a:off x="559572" y="359101"/>
            <a:ext cx="9199890" cy="954067"/>
          </a:xfrm>
          <a:prstGeom prst="rect">
            <a:avLst/>
          </a:prstGeom>
          <a:noFill/>
          <a:ln>
            <a:noFill/>
          </a:ln>
        </p:spPr>
        <p:txBody>
          <a:bodyPr spcFirstLastPara="1" wrap="square" lIns="91425" tIns="45700" rIns="91425" bIns="45700" anchor="t" anchorCtr="0">
            <a:spAutoFit/>
          </a:bodyPr>
          <a:lstStyle/>
          <a:p>
            <a:pPr marL="0" lvl="0" indent="0" algn="l" rtl="0">
              <a:lnSpc>
                <a:spcPct val="100000"/>
              </a:lnSpc>
              <a:spcBef>
                <a:spcPts val="0"/>
              </a:spcBef>
              <a:spcAft>
                <a:spcPts val="0"/>
              </a:spcAft>
              <a:buClr>
                <a:schemeClr val="accent1"/>
              </a:buClr>
              <a:buSzPts val="2800"/>
              <a:buFont typeface="Montserrat"/>
              <a:buNone/>
            </a:pPr>
            <a:r>
              <a:rPr lang="ru-RU" dirty="0"/>
              <a:t>Чем исследовательская тема отличается от реферата и инженерного проекта</a:t>
            </a:r>
          </a:p>
        </p:txBody>
      </p:sp>
      <p:sp>
        <p:nvSpPr>
          <p:cNvPr id="1216" name="Google Shape;1216;p22"/>
          <p:cNvSpPr txBox="1">
            <a:spLocks noGrp="1"/>
          </p:cNvSpPr>
          <p:nvPr>
            <p:ph type="body" idx="2"/>
          </p:nvPr>
        </p:nvSpPr>
        <p:spPr>
          <a:xfrm>
            <a:off x="559572" y="1793280"/>
            <a:ext cx="8833810" cy="1077178"/>
          </a:xfrm>
          <a:prstGeom prst="rect">
            <a:avLst/>
          </a:prstGeom>
          <a:noFill/>
          <a:ln>
            <a:noFill/>
          </a:ln>
        </p:spPr>
        <p:txBody>
          <a:bodyPr spcFirstLastPara="1" wrap="square" lIns="91425" tIns="45700" rIns="91425" bIns="45700" anchor="t" anchorCtr="0">
            <a:spAutoFit/>
          </a:bodyPr>
          <a:lstStyle/>
          <a:p>
            <a:pPr marL="0" lvl="0" indent="0" algn="l" rtl="0">
              <a:lnSpc>
                <a:spcPct val="100000"/>
              </a:lnSpc>
              <a:spcBef>
                <a:spcPts val="0"/>
              </a:spcBef>
              <a:spcAft>
                <a:spcPts val="0"/>
              </a:spcAft>
              <a:buClr>
                <a:schemeClr val="dk1"/>
              </a:buClr>
              <a:buSzPts val="1400"/>
            </a:pPr>
            <a:r>
              <a:rPr lang="ru-RU" sz="1600" b="1" i="0" u="none" strike="noStrike" dirty="0">
                <a:solidFill>
                  <a:srgbClr val="000000"/>
                </a:solidFill>
                <a:effectLst/>
                <a:latin typeface="Montserrat" panose="00000500000000000000" pitchFamily="2" charset="-52"/>
              </a:rPr>
              <a:t>Реферативная постановка</a:t>
            </a:r>
          </a:p>
          <a:p>
            <a:pPr marL="0" lvl="0" indent="0" algn="l" rtl="0">
              <a:lnSpc>
                <a:spcPct val="100000"/>
              </a:lnSpc>
              <a:spcBef>
                <a:spcPts val="0"/>
              </a:spcBef>
              <a:spcAft>
                <a:spcPts val="0"/>
              </a:spcAft>
              <a:buClr>
                <a:schemeClr val="dk1"/>
              </a:buClr>
              <a:buSzPts val="1400"/>
            </a:pPr>
            <a:r>
              <a:rPr lang="ru-RU" sz="1600" b="0" i="0" u="none" strike="noStrike" dirty="0">
                <a:solidFill>
                  <a:srgbClr val="000000"/>
                </a:solidFill>
                <a:effectLst/>
                <a:latin typeface="Montserrat" panose="00000500000000000000" pitchFamily="2" charset="-52"/>
              </a:rPr>
              <a:t>Реферативная тема предлагает описать то, что уже известно: «Методы обнаружения фишинга», «Современные средства защиты веб-приложений», «Применение нейронных сетей в анализе трафика». </a:t>
            </a:r>
          </a:p>
        </p:txBody>
      </p:sp>
      <p:sp>
        <p:nvSpPr>
          <p:cNvPr id="4" name="Google Shape;1216;p22">
            <a:extLst>
              <a:ext uri="{FF2B5EF4-FFF2-40B4-BE49-F238E27FC236}">
                <a16:creationId xmlns:a16="http://schemas.microsoft.com/office/drawing/2014/main" id="{F667CDB2-A023-48A7-9868-0FC6629C4F14}"/>
              </a:ext>
            </a:extLst>
          </p:cNvPr>
          <p:cNvSpPr txBox="1">
            <a:spLocks/>
          </p:cNvSpPr>
          <p:nvPr/>
        </p:nvSpPr>
        <p:spPr>
          <a:xfrm>
            <a:off x="559572" y="3149719"/>
            <a:ext cx="8833810" cy="1077178"/>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Montserrat"/>
                <a:ea typeface="Montserrat"/>
                <a:cs typeface="Montserrat"/>
                <a:sym typeface="Montserrat"/>
              </a:defRPr>
            </a:lvl1pPr>
            <a:lvl2pPr marL="914400" marR="0" lvl="1" indent="-381000" algn="l" rtl="0">
              <a:lnSpc>
                <a:spcPct val="90000"/>
              </a:lnSpc>
              <a:spcBef>
                <a:spcPts val="600"/>
              </a:spcBef>
              <a:spcAft>
                <a:spcPts val="0"/>
              </a:spcAft>
              <a:buClr>
                <a:schemeClr val="dk1"/>
              </a:buClr>
              <a:buSzPts val="2400"/>
              <a:buFont typeface="Arial"/>
              <a:buChar char="•"/>
              <a:defRPr sz="2400" b="0" i="0" u="none" strike="noStrike" cap="none">
                <a:solidFill>
                  <a:schemeClr val="dk1"/>
                </a:solidFill>
                <a:latin typeface="Montserrat"/>
                <a:ea typeface="Montserrat"/>
                <a:cs typeface="Montserrat"/>
                <a:sym typeface="Montserrat"/>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Montserrat"/>
                <a:ea typeface="Montserrat"/>
                <a:cs typeface="Montserrat"/>
                <a:sym typeface="Montserra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9pPr>
          </a:lstStyle>
          <a:p>
            <a:pPr marL="0" indent="0"/>
            <a:r>
              <a:rPr lang="ru-RU" sz="1600" b="1" dirty="0">
                <a:solidFill>
                  <a:srgbClr val="000000"/>
                </a:solidFill>
                <a:latin typeface="Montserrat" panose="00000500000000000000" pitchFamily="2" charset="-52"/>
              </a:rPr>
              <a:t>Инженерная постановка</a:t>
            </a:r>
          </a:p>
          <a:p>
            <a:pPr marL="0" indent="0"/>
            <a:r>
              <a:rPr lang="ru-RU" sz="1600" dirty="0">
                <a:solidFill>
                  <a:srgbClr val="000000"/>
                </a:solidFill>
                <a:latin typeface="Montserrat" panose="00000500000000000000" pitchFamily="2" charset="-52"/>
              </a:rPr>
              <a:t>Инженерная задача предполагает создать, внедрить или настроить продукт: «Разработка системы мониторинга», «Интеграция SAST в CI/CD», «Создание сервиса для анализа резюме». </a:t>
            </a:r>
          </a:p>
        </p:txBody>
      </p:sp>
      <p:sp>
        <p:nvSpPr>
          <p:cNvPr id="5" name="Google Shape;1216;p22">
            <a:extLst>
              <a:ext uri="{FF2B5EF4-FFF2-40B4-BE49-F238E27FC236}">
                <a16:creationId xmlns:a16="http://schemas.microsoft.com/office/drawing/2014/main" id="{F1D9F9A9-C1DE-4FBE-94FA-73A6909FD95C}"/>
              </a:ext>
            </a:extLst>
          </p:cNvPr>
          <p:cNvSpPr txBox="1">
            <a:spLocks/>
          </p:cNvSpPr>
          <p:nvPr/>
        </p:nvSpPr>
        <p:spPr>
          <a:xfrm>
            <a:off x="559572" y="4506159"/>
            <a:ext cx="8833810" cy="1323399"/>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Montserrat"/>
                <a:ea typeface="Montserrat"/>
                <a:cs typeface="Montserrat"/>
                <a:sym typeface="Montserrat"/>
              </a:defRPr>
            </a:lvl1pPr>
            <a:lvl2pPr marL="914400" marR="0" lvl="1" indent="-381000" algn="l" rtl="0">
              <a:lnSpc>
                <a:spcPct val="90000"/>
              </a:lnSpc>
              <a:spcBef>
                <a:spcPts val="600"/>
              </a:spcBef>
              <a:spcAft>
                <a:spcPts val="0"/>
              </a:spcAft>
              <a:buClr>
                <a:schemeClr val="dk1"/>
              </a:buClr>
              <a:buSzPts val="2400"/>
              <a:buFont typeface="Arial"/>
              <a:buChar char="•"/>
              <a:defRPr sz="2400" b="0" i="0" u="none" strike="noStrike" cap="none">
                <a:solidFill>
                  <a:schemeClr val="dk1"/>
                </a:solidFill>
                <a:latin typeface="Montserrat"/>
                <a:ea typeface="Montserrat"/>
                <a:cs typeface="Montserrat"/>
                <a:sym typeface="Montserrat"/>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Montserrat"/>
                <a:ea typeface="Montserrat"/>
                <a:cs typeface="Montserrat"/>
                <a:sym typeface="Montserra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9pPr>
          </a:lstStyle>
          <a:p>
            <a:pPr marL="0" indent="0"/>
            <a:r>
              <a:rPr lang="ru-RU" sz="1600" b="1" dirty="0">
                <a:solidFill>
                  <a:srgbClr val="000000"/>
                </a:solidFill>
                <a:latin typeface="Montserrat" panose="00000500000000000000" pitchFamily="2" charset="-52"/>
              </a:rPr>
              <a:t>Исследовательская постановка</a:t>
            </a:r>
          </a:p>
          <a:p>
            <a:pPr marL="0" indent="0"/>
            <a:r>
              <a:rPr lang="ru-RU" sz="1600" dirty="0">
                <a:solidFill>
                  <a:srgbClr val="000000"/>
                </a:solidFill>
                <a:latin typeface="Montserrat" panose="00000500000000000000" pitchFamily="2" charset="-52"/>
              </a:rPr>
              <a:t>Исследовательская тема добавляет к профессиональной задаче неопределённость и способ её разрешения: что сравнивается, оценивается, адаптируется, изменяется или проверяется. Разработка продукта в этом случае становится частью метода или экспериментальной базы.</a:t>
            </a:r>
          </a:p>
        </p:txBody>
      </p:sp>
    </p:spTree>
    <p:extLst>
      <p:ext uri="{BB962C8B-B14F-4D97-AF65-F5344CB8AC3E}">
        <p14:creationId xmlns:p14="http://schemas.microsoft.com/office/powerpoint/2010/main" val="24954395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67"/>
        <p:cNvGrpSpPr/>
        <p:nvPr/>
      </p:nvGrpSpPr>
      <p:grpSpPr>
        <a:xfrm>
          <a:off x="0" y="0"/>
          <a:ext cx="0" cy="0"/>
          <a:chOff x="0" y="0"/>
          <a:chExt cx="0" cy="0"/>
        </a:xfrm>
      </p:grpSpPr>
      <p:graphicFrame>
        <p:nvGraphicFramePr>
          <p:cNvPr id="3" name="Таблица 3">
            <a:extLst>
              <a:ext uri="{FF2B5EF4-FFF2-40B4-BE49-F238E27FC236}">
                <a16:creationId xmlns:a16="http://schemas.microsoft.com/office/drawing/2014/main" id="{1D23A258-F26A-4C24-9C17-DDE565C586CC}"/>
              </a:ext>
            </a:extLst>
          </p:cNvPr>
          <p:cNvGraphicFramePr>
            <a:graphicFrameLocks noGrp="1"/>
          </p:cNvGraphicFramePr>
          <p:nvPr>
            <p:extLst>
              <p:ext uri="{D42A27DB-BD31-4B8C-83A1-F6EECF244321}">
                <p14:modId xmlns:p14="http://schemas.microsoft.com/office/powerpoint/2010/main" val="3598737422"/>
              </p:ext>
            </p:extLst>
          </p:nvPr>
        </p:nvGraphicFramePr>
        <p:xfrm>
          <a:off x="1304925" y="1162050"/>
          <a:ext cx="9582150" cy="4918278"/>
        </p:xfrm>
        <a:graphic>
          <a:graphicData uri="http://schemas.openxmlformats.org/drawingml/2006/table">
            <a:tbl>
              <a:tblPr firstRow="1" bandRow="1">
                <a:tableStyleId>{5C22544A-7EE6-4342-B048-85BDC9FD1C3A}</a:tableStyleId>
              </a:tblPr>
              <a:tblGrid>
                <a:gridCol w="3194050">
                  <a:extLst>
                    <a:ext uri="{9D8B030D-6E8A-4147-A177-3AD203B41FA5}">
                      <a16:colId xmlns:a16="http://schemas.microsoft.com/office/drawing/2014/main" val="1177527948"/>
                    </a:ext>
                  </a:extLst>
                </a:gridCol>
                <a:gridCol w="3194050">
                  <a:extLst>
                    <a:ext uri="{9D8B030D-6E8A-4147-A177-3AD203B41FA5}">
                      <a16:colId xmlns:a16="http://schemas.microsoft.com/office/drawing/2014/main" val="3887245410"/>
                    </a:ext>
                  </a:extLst>
                </a:gridCol>
                <a:gridCol w="3194050">
                  <a:extLst>
                    <a:ext uri="{9D8B030D-6E8A-4147-A177-3AD203B41FA5}">
                      <a16:colId xmlns:a16="http://schemas.microsoft.com/office/drawing/2014/main" val="2406649730"/>
                    </a:ext>
                  </a:extLst>
                </a:gridCol>
              </a:tblGrid>
              <a:tr h="493191">
                <a:tc>
                  <a:txBody>
                    <a:bodyPr/>
                    <a:lstStyle/>
                    <a:p>
                      <a:pPr rtl="0" fontAlgn="t">
                        <a:spcBef>
                          <a:spcPts val="0"/>
                        </a:spcBef>
                        <a:spcAft>
                          <a:spcPts val="50"/>
                        </a:spcAft>
                      </a:pPr>
                      <a:r>
                        <a:rPr lang="ru-RU" sz="1400" b="1" i="0" u="none" strike="noStrike" dirty="0">
                          <a:solidFill>
                            <a:schemeClr val="bg1"/>
                          </a:solidFill>
                          <a:effectLst/>
                          <a:latin typeface="Montserrat" panose="00000500000000000000" pitchFamily="2" charset="-52"/>
                        </a:rPr>
                        <a:t>Исходная формулировка</a:t>
                      </a:r>
                      <a:endParaRPr lang="ru-RU" sz="1400" dirty="0">
                        <a:solidFill>
                          <a:schemeClr val="bg1"/>
                        </a:solidFill>
                        <a:effectLst/>
                        <a:latin typeface="Montserrat" panose="00000500000000000000" pitchFamily="2" charset="-52"/>
                      </a:endParaRPr>
                    </a:p>
                  </a:txBody>
                  <a:tcPr marL="57150" marR="57150" marT="34925" marB="34925"/>
                </a:tc>
                <a:tc>
                  <a:txBody>
                    <a:bodyPr/>
                    <a:lstStyle/>
                    <a:p>
                      <a:pPr rtl="0" fontAlgn="t">
                        <a:spcBef>
                          <a:spcPts val="0"/>
                        </a:spcBef>
                        <a:spcAft>
                          <a:spcPts val="50"/>
                        </a:spcAft>
                      </a:pPr>
                      <a:r>
                        <a:rPr lang="ru-RU" sz="1400" b="1" i="0" u="none" strike="noStrike" dirty="0">
                          <a:solidFill>
                            <a:schemeClr val="bg1"/>
                          </a:solidFill>
                          <a:effectLst/>
                          <a:latin typeface="Montserrat" panose="00000500000000000000" pitchFamily="2" charset="-52"/>
                        </a:rPr>
                        <a:t>Что не так</a:t>
                      </a:r>
                      <a:endParaRPr lang="ru-RU" sz="1400" dirty="0">
                        <a:solidFill>
                          <a:schemeClr val="bg1"/>
                        </a:solidFill>
                        <a:effectLst/>
                        <a:latin typeface="Montserrat" panose="00000500000000000000" pitchFamily="2" charset="-52"/>
                      </a:endParaRPr>
                    </a:p>
                  </a:txBody>
                  <a:tcPr marL="57150" marR="57150" marT="34925" marB="34925"/>
                </a:tc>
                <a:tc>
                  <a:txBody>
                    <a:bodyPr/>
                    <a:lstStyle/>
                    <a:p>
                      <a:pPr rtl="0" fontAlgn="t">
                        <a:spcBef>
                          <a:spcPts val="0"/>
                        </a:spcBef>
                        <a:spcAft>
                          <a:spcPts val="50"/>
                        </a:spcAft>
                      </a:pPr>
                      <a:r>
                        <a:rPr lang="ru-RU" sz="1400" b="1" i="0" u="none" strike="noStrike" dirty="0">
                          <a:solidFill>
                            <a:schemeClr val="bg1"/>
                          </a:solidFill>
                          <a:effectLst/>
                          <a:latin typeface="Montserrat" panose="00000500000000000000" pitchFamily="2" charset="-52"/>
                        </a:rPr>
                        <a:t>Исследовательская формулировка</a:t>
                      </a:r>
                      <a:endParaRPr lang="ru-RU" sz="1400" dirty="0">
                        <a:solidFill>
                          <a:schemeClr val="bg1"/>
                        </a:solidFill>
                        <a:effectLst/>
                        <a:latin typeface="Montserrat" panose="00000500000000000000" pitchFamily="2" charset="-52"/>
                      </a:endParaRPr>
                    </a:p>
                  </a:txBody>
                  <a:tcPr marL="57150" marR="57150" marT="34925" marB="34925"/>
                </a:tc>
                <a:extLst>
                  <a:ext uri="{0D108BD9-81ED-4DB2-BD59-A6C34878D82A}">
                    <a16:rowId xmlns:a16="http://schemas.microsoft.com/office/drawing/2014/main" val="844663422"/>
                  </a:ext>
                </a:extLst>
              </a:tr>
              <a:tr h="1309506">
                <a:tc>
                  <a:txBody>
                    <a:bodyPr/>
                    <a:lstStyle/>
                    <a:p>
                      <a:pPr rtl="0" fontAlgn="t">
                        <a:spcBef>
                          <a:spcPts val="0"/>
                        </a:spcBef>
                        <a:spcAft>
                          <a:spcPts val="50"/>
                        </a:spcAft>
                      </a:pPr>
                      <a:r>
                        <a:rPr lang="ru-RU" sz="1200" b="0" i="0" u="none" strike="noStrike" dirty="0">
                          <a:solidFill>
                            <a:srgbClr val="000000"/>
                          </a:solidFill>
                          <a:effectLst/>
                          <a:latin typeface="Montserrat" panose="00000500000000000000" pitchFamily="2" charset="-52"/>
                        </a:rPr>
                        <a:t>«Разработка системы обнаружения фишинговых сообщений»</a:t>
                      </a:r>
                      <a:endParaRPr lang="ru-RU" sz="1200" dirty="0">
                        <a:effectLst/>
                        <a:latin typeface="Montserrat" panose="00000500000000000000" pitchFamily="2" charset="-52"/>
                      </a:endParaRPr>
                    </a:p>
                  </a:txBody>
                  <a:tcPr marL="57150" marR="57150" marT="34925" marB="34925"/>
                </a:tc>
                <a:tc>
                  <a:txBody>
                    <a:bodyPr/>
                    <a:lstStyle/>
                    <a:p>
                      <a:pPr rtl="0" fontAlgn="t">
                        <a:spcBef>
                          <a:spcPts val="0"/>
                        </a:spcBef>
                        <a:spcAft>
                          <a:spcPts val="50"/>
                        </a:spcAft>
                      </a:pPr>
                      <a:r>
                        <a:rPr lang="ru-RU" sz="1200" b="0" i="0" u="none" strike="noStrike">
                          <a:solidFill>
                            <a:srgbClr val="000000"/>
                          </a:solidFill>
                          <a:effectLst/>
                          <a:latin typeface="Montserrat" panose="00000500000000000000" pitchFamily="2" charset="-52"/>
                        </a:rPr>
                        <a:t>Формулировка описывает продукт, но не показывает, какую характеристику или гипотезу нужно проверить.</a:t>
                      </a:r>
                      <a:endParaRPr lang="ru-RU" sz="1200">
                        <a:effectLst/>
                        <a:latin typeface="Montserrat" panose="00000500000000000000" pitchFamily="2" charset="-52"/>
                      </a:endParaRPr>
                    </a:p>
                  </a:txBody>
                  <a:tcPr marL="57150" marR="57150" marT="34925" marB="34925"/>
                </a:tc>
                <a:tc>
                  <a:txBody>
                    <a:bodyPr/>
                    <a:lstStyle/>
                    <a:p>
                      <a:pPr rtl="0" fontAlgn="t">
                        <a:spcBef>
                          <a:spcPts val="0"/>
                        </a:spcBef>
                        <a:spcAft>
                          <a:spcPts val="50"/>
                        </a:spcAft>
                      </a:pPr>
                      <a:r>
                        <a:rPr lang="ru-RU" sz="1200" b="0" i="0" u="none" strike="noStrike">
                          <a:solidFill>
                            <a:srgbClr val="000000"/>
                          </a:solidFill>
                          <a:effectLst/>
                          <a:latin typeface="Montserrat" panose="00000500000000000000" pitchFamily="2" charset="-52"/>
                        </a:rPr>
                        <a:t>«Оценка эффективности методов выявления фишинговых сообщений, сгенерированных большими языковыми моделями, на основе сравнительного анализа признаков текста».</a:t>
                      </a:r>
                      <a:endParaRPr lang="ru-RU" sz="1200">
                        <a:effectLst/>
                        <a:latin typeface="Montserrat" panose="00000500000000000000" pitchFamily="2" charset="-52"/>
                      </a:endParaRPr>
                    </a:p>
                  </a:txBody>
                  <a:tcPr marL="57150" marR="57150" marT="34925" marB="34925"/>
                </a:tc>
                <a:extLst>
                  <a:ext uri="{0D108BD9-81ED-4DB2-BD59-A6C34878D82A}">
                    <a16:rowId xmlns:a16="http://schemas.microsoft.com/office/drawing/2014/main" val="2668775160"/>
                  </a:ext>
                </a:extLst>
              </a:tr>
              <a:tr h="1105427">
                <a:tc>
                  <a:txBody>
                    <a:bodyPr/>
                    <a:lstStyle/>
                    <a:p>
                      <a:pPr rtl="0" fontAlgn="t">
                        <a:spcBef>
                          <a:spcPts val="0"/>
                        </a:spcBef>
                        <a:spcAft>
                          <a:spcPts val="50"/>
                        </a:spcAft>
                      </a:pPr>
                      <a:r>
                        <a:rPr lang="ru-RU" sz="1200" b="0" i="0" u="none" strike="noStrike">
                          <a:solidFill>
                            <a:srgbClr val="000000"/>
                          </a:solidFill>
                          <a:effectLst/>
                          <a:latin typeface="Montserrat" panose="00000500000000000000" pitchFamily="2" charset="-52"/>
                        </a:rPr>
                        <a:t>«Интеграция статического анализа кода в CI/CD»</a:t>
                      </a:r>
                      <a:endParaRPr lang="ru-RU" sz="1200">
                        <a:effectLst/>
                        <a:latin typeface="Montserrat" panose="00000500000000000000" pitchFamily="2" charset="-52"/>
                      </a:endParaRPr>
                    </a:p>
                  </a:txBody>
                  <a:tcPr marL="57150" marR="57150" marT="34925" marB="34925"/>
                </a:tc>
                <a:tc>
                  <a:txBody>
                    <a:bodyPr/>
                    <a:lstStyle/>
                    <a:p>
                      <a:pPr rtl="0" fontAlgn="t">
                        <a:spcBef>
                          <a:spcPts val="0"/>
                        </a:spcBef>
                        <a:spcAft>
                          <a:spcPts val="50"/>
                        </a:spcAft>
                      </a:pPr>
                      <a:r>
                        <a:rPr lang="ru-RU" sz="1200" b="0" i="0" u="none" strike="noStrike">
                          <a:solidFill>
                            <a:srgbClr val="000000"/>
                          </a:solidFill>
                          <a:effectLst/>
                          <a:latin typeface="Montserrat" panose="00000500000000000000" pitchFamily="2" charset="-52"/>
                        </a:rPr>
                        <a:t>Это инженерная задача внедрения. Неясно, что будет исследоваться и по каким критериям оцениваться результат.</a:t>
                      </a:r>
                      <a:endParaRPr lang="ru-RU" sz="1200">
                        <a:effectLst/>
                        <a:latin typeface="Montserrat" panose="00000500000000000000" pitchFamily="2" charset="-52"/>
                      </a:endParaRPr>
                    </a:p>
                  </a:txBody>
                  <a:tcPr marL="57150" marR="57150" marT="34925" marB="34925"/>
                </a:tc>
                <a:tc>
                  <a:txBody>
                    <a:bodyPr/>
                    <a:lstStyle/>
                    <a:p>
                      <a:pPr rtl="0" fontAlgn="t">
                        <a:spcBef>
                          <a:spcPts val="0"/>
                        </a:spcBef>
                        <a:spcAft>
                          <a:spcPts val="50"/>
                        </a:spcAft>
                      </a:pPr>
                      <a:r>
                        <a:rPr lang="ru-RU" sz="1200" b="0" i="0" u="none" strike="noStrike">
                          <a:solidFill>
                            <a:srgbClr val="000000"/>
                          </a:solidFill>
                          <a:effectLst/>
                          <a:latin typeface="Montserrat" panose="00000500000000000000" pitchFamily="2" charset="-52"/>
                        </a:rPr>
                        <a:t>«Оценка влияния способов интеграции статического анализа в CI/CD на полноту выявления дефектов и длительность конвейера разработки».</a:t>
                      </a:r>
                      <a:endParaRPr lang="ru-RU" sz="1200">
                        <a:effectLst/>
                        <a:latin typeface="Montserrat" panose="00000500000000000000" pitchFamily="2" charset="-52"/>
                      </a:endParaRPr>
                    </a:p>
                  </a:txBody>
                  <a:tcPr marL="57150" marR="57150" marT="34925" marB="34925"/>
                </a:tc>
                <a:extLst>
                  <a:ext uri="{0D108BD9-81ED-4DB2-BD59-A6C34878D82A}">
                    <a16:rowId xmlns:a16="http://schemas.microsoft.com/office/drawing/2014/main" val="354757156"/>
                  </a:ext>
                </a:extLst>
              </a:tr>
              <a:tr h="1105427">
                <a:tc>
                  <a:txBody>
                    <a:bodyPr/>
                    <a:lstStyle/>
                    <a:p>
                      <a:pPr rtl="0" fontAlgn="t">
                        <a:spcBef>
                          <a:spcPts val="0"/>
                        </a:spcBef>
                        <a:spcAft>
                          <a:spcPts val="50"/>
                        </a:spcAft>
                      </a:pPr>
                      <a:r>
                        <a:rPr lang="ru-RU" sz="1200" b="0" i="0" u="none" strike="noStrike">
                          <a:solidFill>
                            <a:srgbClr val="000000"/>
                          </a:solidFill>
                          <a:effectLst/>
                          <a:latin typeface="Montserrat" panose="00000500000000000000" pitchFamily="2" charset="-52"/>
                        </a:rPr>
                        <a:t>«Создание системы мониторинга событий безопасности»</a:t>
                      </a:r>
                      <a:endParaRPr lang="ru-RU" sz="1200">
                        <a:effectLst/>
                        <a:latin typeface="Montserrat" panose="00000500000000000000" pitchFamily="2" charset="-52"/>
                      </a:endParaRPr>
                    </a:p>
                  </a:txBody>
                  <a:tcPr marL="57150" marR="57150" marT="34925" marB="34925"/>
                </a:tc>
                <a:tc>
                  <a:txBody>
                    <a:bodyPr/>
                    <a:lstStyle/>
                    <a:p>
                      <a:pPr rtl="0" fontAlgn="t">
                        <a:spcBef>
                          <a:spcPts val="0"/>
                        </a:spcBef>
                        <a:spcAft>
                          <a:spcPts val="50"/>
                        </a:spcAft>
                      </a:pPr>
                      <a:r>
                        <a:rPr lang="ru-RU" sz="1200" b="0" i="0" u="none" strike="noStrike">
                          <a:solidFill>
                            <a:srgbClr val="000000"/>
                          </a:solidFill>
                          <a:effectLst/>
                          <a:latin typeface="Montserrat" panose="00000500000000000000" pitchFamily="2" charset="-52"/>
                        </a:rPr>
                        <a:t>Система может быть собрана по существующей документации; исследовательский результат не задан.</a:t>
                      </a:r>
                      <a:endParaRPr lang="ru-RU" sz="1200">
                        <a:effectLst/>
                        <a:latin typeface="Montserrat" panose="00000500000000000000" pitchFamily="2" charset="-52"/>
                      </a:endParaRPr>
                    </a:p>
                  </a:txBody>
                  <a:tcPr marL="57150" marR="57150" marT="34925" marB="34925"/>
                </a:tc>
                <a:tc>
                  <a:txBody>
                    <a:bodyPr/>
                    <a:lstStyle/>
                    <a:p>
                      <a:pPr rtl="0" fontAlgn="t">
                        <a:spcBef>
                          <a:spcPts val="0"/>
                        </a:spcBef>
                        <a:spcAft>
                          <a:spcPts val="50"/>
                        </a:spcAft>
                      </a:pPr>
                      <a:r>
                        <a:rPr lang="ru-RU" sz="1200" b="0" i="0" u="none" strike="noStrike">
                          <a:solidFill>
                            <a:srgbClr val="000000"/>
                          </a:solidFill>
                          <a:effectLst/>
                          <a:latin typeface="Montserrat" panose="00000500000000000000" pitchFamily="2" charset="-52"/>
                        </a:rPr>
                        <a:t>«Оценка влияния правил фильтрации и корреляции событий на точность выявления подозрительной активности в тестовой инфраструктуре SOC».</a:t>
                      </a:r>
                      <a:endParaRPr lang="ru-RU" sz="1200">
                        <a:effectLst/>
                        <a:latin typeface="Montserrat" panose="00000500000000000000" pitchFamily="2" charset="-52"/>
                      </a:endParaRPr>
                    </a:p>
                  </a:txBody>
                  <a:tcPr marL="57150" marR="57150" marT="34925" marB="34925"/>
                </a:tc>
                <a:extLst>
                  <a:ext uri="{0D108BD9-81ED-4DB2-BD59-A6C34878D82A}">
                    <a16:rowId xmlns:a16="http://schemas.microsoft.com/office/drawing/2014/main" val="1352098364"/>
                  </a:ext>
                </a:extLst>
              </a:tr>
              <a:tr h="901348">
                <a:tc>
                  <a:txBody>
                    <a:bodyPr/>
                    <a:lstStyle/>
                    <a:p>
                      <a:pPr rtl="0" fontAlgn="t">
                        <a:spcBef>
                          <a:spcPts val="0"/>
                        </a:spcBef>
                        <a:spcAft>
                          <a:spcPts val="50"/>
                        </a:spcAft>
                      </a:pPr>
                      <a:r>
                        <a:rPr lang="ru-RU" sz="1200" b="0" i="0" u="none" strike="noStrike">
                          <a:solidFill>
                            <a:srgbClr val="000000"/>
                          </a:solidFill>
                          <a:effectLst/>
                          <a:latin typeface="Montserrat" panose="00000500000000000000" pitchFamily="2" charset="-52"/>
                        </a:rPr>
                        <a:t>«Разработка RAG-ассистента для технической поддержки»</a:t>
                      </a:r>
                      <a:endParaRPr lang="ru-RU" sz="1200">
                        <a:effectLst/>
                        <a:latin typeface="Montserrat" panose="00000500000000000000" pitchFamily="2" charset="-52"/>
                      </a:endParaRPr>
                    </a:p>
                  </a:txBody>
                  <a:tcPr marL="57150" marR="57150" marT="34925" marB="34925"/>
                </a:tc>
                <a:tc>
                  <a:txBody>
                    <a:bodyPr/>
                    <a:lstStyle/>
                    <a:p>
                      <a:pPr rtl="0" fontAlgn="t">
                        <a:spcBef>
                          <a:spcPts val="0"/>
                        </a:spcBef>
                        <a:spcAft>
                          <a:spcPts val="50"/>
                        </a:spcAft>
                      </a:pPr>
                      <a:r>
                        <a:rPr lang="ru-RU" sz="1200" b="0" i="0" u="none" strike="noStrike">
                          <a:solidFill>
                            <a:srgbClr val="000000"/>
                          </a:solidFill>
                          <a:effectLst/>
                          <a:latin typeface="Montserrat" panose="00000500000000000000" pitchFamily="2" charset="-52"/>
                        </a:rPr>
                        <a:t>Есть продукт и технология, но нет измеряемого вопроса.</a:t>
                      </a:r>
                      <a:endParaRPr lang="ru-RU" sz="1200">
                        <a:effectLst/>
                        <a:latin typeface="Montserrat" panose="00000500000000000000" pitchFamily="2" charset="-52"/>
                      </a:endParaRPr>
                    </a:p>
                  </a:txBody>
                  <a:tcPr marL="57150" marR="57150" marT="34925" marB="34925"/>
                </a:tc>
                <a:tc>
                  <a:txBody>
                    <a:bodyPr/>
                    <a:lstStyle/>
                    <a:p>
                      <a:pPr rtl="0" fontAlgn="t">
                        <a:spcBef>
                          <a:spcPts val="0"/>
                        </a:spcBef>
                        <a:spcAft>
                          <a:spcPts val="50"/>
                        </a:spcAft>
                      </a:pPr>
                      <a:r>
                        <a:rPr lang="ru-RU" sz="1200" b="0" i="0" u="none" strike="noStrike" dirty="0">
                          <a:solidFill>
                            <a:srgbClr val="000000"/>
                          </a:solidFill>
                          <a:effectLst/>
                          <a:latin typeface="Montserrat" panose="00000500000000000000" pitchFamily="2" charset="-52"/>
                        </a:rPr>
                        <a:t>«Сравнение стратегий разбиения и поиска контекста в RAG-системе по точности ответов на вопросы технической поддержки».</a:t>
                      </a:r>
                      <a:endParaRPr lang="ru-RU" sz="1200" dirty="0">
                        <a:effectLst/>
                        <a:latin typeface="Montserrat" panose="00000500000000000000" pitchFamily="2" charset="-52"/>
                      </a:endParaRPr>
                    </a:p>
                  </a:txBody>
                  <a:tcPr marL="57150" marR="57150" marT="34925" marB="34925"/>
                </a:tc>
                <a:extLst>
                  <a:ext uri="{0D108BD9-81ED-4DB2-BD59-A6C34878D82A}">
                    <a16:rowId xmlns:a16="http://schemas.microsoft.com/office/drawing/2014/main" val="363107688"/>
                  </a:ext>
                </a:extLst>
              </a:tr>
            </a:tbl>
          </a:graphicData>
        </a:graphic>
      </p:graphicFrame>
    </p:spTree>
    <p:extLst>
      <p:ext uri="{BB962C8B-B14F-4D97-AF65-F5344CB8AC3E}">
        <p14:creationId xmlns:p14="http://schemas.microsoft.com/office/powerpoint/2010/main" val="15582465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10"/>
        <p:cNvGrpSpPr/>
        <p:nvPr/>
      </p:nvGrpSpPr>
      <p:grpSpPr>
        <a:xfrm>
          <a:off x="0" y="0"/>
          <a:ext cx="0" cy="0"/>
          <a:chOff x="0" y="0"/>
          <a:chExt cx="0" cy="0"/>
        </a:xfrm>
      </p:grpSpPr>
      <p:sp>
        <p:nvSpPr>
          <p:cNvPr id="1111" name="Google Shape;1111;p11"/>
          <p:cNvSpPr txBox="1">
            <a:spLocks noGrp="1"/>
          </p:cNvSpPr>
          <p:nvPr>
            <p:ph type="title"/>
          </p:nvPr>
        </p:nvSpPr>
        <p:spPr>
          <a:xfrm>
            <a:off x="559571" y="359101"/>
            <a:ext cx="3339329" cy="1815841"/>
          </a:xfrm>
          <a:prstGeom prst="rect">
            <a:avLst/>
          </a:prstGeom>
          <a:noFill/>
          <a:ln>
            <a:noFill/>
          </a:ln>
        </p:spPr>
        <p:txBody>
          <a:bodyPr spcFirstLastPara="1" wrap="square" lIns="91425" tIns="45700" rIns="91425" bIns="45700" anchor="t" anchorCtr="0">
            <a:spAutoFit/>
          </a:bodyPr>
          <a:lstStyle/>
          <a:p>
            <a:pPr marL="0" lvl="0" indent="0" algn="l" rtl="0">
              <a:lnSpc>
                <a:spcPct val="100000"/>
              </a:lnSpc>
              <a:spcBef>
                <a:spcPts val="0"/>
              </a:spcBef>
              <a:spcAft>
                <a:spcPts val="0"/>
              </a:spcAft>
              <a:buClr>
                <a:schemeClr val="lt1"/>
              </a:buClr>
              <a:buSzPts val="2800"/>
              <a:buFont typeface="Montserrat"/>
              <a:buNone/>
            </a:pPr>
            <a:r>
              <a:rPr lang="ru-RU" dirty="0"/>
              <a:t>06. Исследовательская проблема и противоречие</a:t>
            </a:r>
            <a:endParaRPr dirty="0"/>
          </a:p>
        </p:txBody>
      </p:sp>
    </p:spTree>
    <p:extLst>
      <p:ext uri="{BB962C8B-B14F-4D97-AF65-F5344CB8AC3E}">
        <p14:creationId xmlns:p14="http://schemas.microsoft.com/office/powerpoint/2010/main" val="20547127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213"/>
        <p:cNvGrpSpPr/>
        <p:nvPr/>
      </p:nvGrpSpPr>
      <p:grpSpPr>
        <a:xfrm>
          <a:off x="0" y="0"/>
          <a:ext cx="0" cy="0"/>
          <a:chOff x="0" y="0"/>
          <a:chExt cx="0" cy="0"/>
        </a:xfrm>
      </p:grpSpPr>
      <p:sp>
        <p:nvSpPr>
          <p:cNvPr id="1214" name="Google Shape;1214;p22"/>
          <p:cNvSpPr txBox="1">
            <a:spLocks noGrp="1"/>
          </p:cNvSpPr>
          <p:nvPr>
            <p:ph type="title"/>
          </p:nvPr>
        </p:nvSpPr>
        <p:spPr>
          <a:xfrm>
            <a:off x="559572" y="359101"/>
            <a:ext cx="9199890" cy="523220"/>
          </a:xfrm>
          <a:prstGeom prst="rect">
            <a:avLst/>
          </a:prstGeom>
          <a:noFill/>
          <a:ln>
            <a:noFill/>
          </a:ln>
        </p:spPr>
        <p:txBody>
          <a:bodyPr spcFirstLastPara="1" wrap="square" lIns="91425" tIns="45700" rIns="91425" bIns="45700" anchor="t" anchorCtr="0">
            <a:spAutoFit/>
          </a:bodyPr>
          <a:lstStyle/>
          <a:p>
            <a:pPr marL="0" lvl="0" indent="0" algn="l" rtl="0">
              <a:lnSpc>
                <a:spcPct val="100000"/>
              </a:lnSpc>
              <a:spcBef>
                <a:spcPts val="0"/>
              </a:spcBef>
              <a:spcAft>
                <a:spcPts val="0"/>
              </a:spcAft>
              <a:buClr>
                <a:schemeClr val="accent1"/>
              </a:buClr>
              <a:buSzPts val="2800"/>
              <a:buFont typeface="Montserrat"/>
              <a:buNone/>
            </a:pPr>
            <a:r>
              <a:rPr lang="ru-RU" dirty="0"/>
              <a:t>Откуда брать источники</a:t>
            </a:r>
            <a:endParaRPr dirty="0"/>
          </a:p>
        </p:txBody>
      </p:sp>
      <p:sp>
        <p:nvSpPr>
          <p:cNvPr id="1216" name="Google Shape;1216;p22"/>
          <p:cNvSpPr txBox="1">
            <a:spLocks noGrp="1"/>
          </p:cNvSpPr>
          <p:nvPr>
            <p:ph type="body" idx="2"/>
          </p:nvPr>
        </p:nvSpPr>
        <p:spPr>
          <a:xfrm>
            <a:off x="654422" y="1501180"/>
            <a:ext cx="8833810" cy="1477287"/>
          </a:xfrm>
          <a:prstGeom prst="rect">
            <a:avLst/>
          </a:prstGeom>
          <a:noFill/>
          <a:ln>
            <a:noFill/>
          </a:ln>
        </p:spPr>
        <p:txBody>
          <a:bodyPr spcFirstLastPara="1" wrap="square" lIns="91425" tIns="45700" rIns="91425" bIns="45700" anchor="t" anchorCtr="0">
            <a:spAutoFit/>
          </a:bodyPr>
          <a:lstStyle/>
          <a:p>
            <a:pPr marL="0" lvl="0" indent="0" algn="l" rtl="0">
              <a:lnSpc>
                <a:spcPct val="100000"/>
              </a:lnSpc>
              <a:spcBef>
                <a:spcPts val="0"/>
              </a:spcBef>
              <a:spcAft>
                <a:spcPts val="0"/>
              </a:spcAft>
              <a:buClr>
                <a:schemeClr val="dk1"/>
              </a:buClr>
              <a:buSzPts val="1400"/>
            </a:pPr>
            <a:r>
              <a:rPr lang="ru-RU" sz="1800" b="0" i="0" u="none" strike="noStrike" dirty="0">
                <a:solidFill>
                  <a:srgbClr val="000000"/>
                </a:solidFill>
                <a:effectLst/>
                <a:latin typeface="Montserrat" panose="00000500000000000000" pitchFamily="2" charset="-52"/>
              </a:rPr>
              <a:t>Противоречие — это столкновение двух условий, требований или фактов, которые одновременно существуют, но плохо согласуются друг с другом.</a:t>
            </a:r>
          </a:p>
          <a:p>
            <a:pPr marL="0" lvl="0" indent="0" algn="l" rtl="0">
              <a:lnSpc>
                <a:spcPct val="100000"/>
              </a:lnSpc>
              <a:spcBef>
                <a:spcPts val="0"/>
              </a:spcBef>
              <a:spcAft>
                <a:spcPts val="0"/>
              </a:spcAft>
              <a:buClr>
                <a:schemeClr val="dk1"/>
              </a:buClr>
              <a:buSzPts val="1400"/>
            </a:pPr>
            <a:r>
              <a:rPr lang="ru-RU" sz="1800" b="0" i="0" u="none" strike="noStrike" dirty="0">
                <a:solidFill>
                  <a:srgbClr val="000000"/>
                </a:solidFill>
                <a:effectLst/>
                <a:latin typeface="Montserrat" panose="00000500000000000000" pitchFamily="2" charset="-52"/>
              </a:rPr>
              <a:t>Из противоречия вырастает исследовательский вопрос — основа вашего будущего исследования.</a:t>
            </a:r>
          </a:p>
        </p:txBody>
      </p:sp>
    </p:spTree>
    <p:extLst>
      <p:ext uri="{BB962C8B-B14F-4D97-AF65-F5344CB8AC3E}">
        <p14:creationId xmlns:p14="http://schemas.microsoft.com/office/powerpoint/2010/main" val="12581132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13"/>
        <p:cNvGrpSpPr/>
        <p:nvPr/>
      </p:nvGrpSpPr>
      <p:grpSpPr>
        <a:xfrm>
          <a:off x="0" y="0"/>
          <a:ext cx="0" cy="0"/>
          <a:chOff x="0" y="0"/>
          <a:chExt cx="0" cy="0"/>
        </a:xfrm>
      </p:grpSpPr>
      <p:sp>
        <p:nvSpPr>
          <p:cNvPr id="1214" name="Google Shape;1214;p22"/>
          <p:cNvSpPr txBox="1">
            <a:spLocks noGrp="1"/>
          </p:cNvSpPr>
          <p:nvPr>
            <p:ph type="title"/>
          </p:nvPr>
        </p:nvSpPr>
        <p:spPr>
          <a:xfrm>
            <a:off x="559572" y="359101"/>
            <a:ext cx="9199890" cy="523220"/>
          </a:xfrm>
          <a:prstGeom prst="rect">
            <a:avLst/>
          </a:prstGeom>
          <a:noFill/>
          <a:ln>
            <a:noFill/>
          </a:ln>
        </p:spPr>
        <p:txBody>
          <a:bodyPr spcFirstLastPara="1" wrap="square" lIns="91425" tIns="45700" rIns="91425" bIns="45700" anchor="t" anchorCtr="0">
            <a:spAutoFit/>
          </a:bodyPr>
          <a:lstStyle/>
          <a:p>
            <a:pPr marL="0" lvl="0" indent="0" algn="l" rtl="0">
              <a:lnSpc>
                <a:spcPct val="100000"/>
              </a:lnSpc>
              <a:spcBef>
                <a:spcPts val="0"/>
              </a:spcBef>
              <a:spcAft>
                <a:spcPts val="0"/>
              </a:spcAft>
              <a:buClr>
                <a:schemeClr val="accent1"/>
              </a:buClr>
              <a:buSzPts val="2800"/>
              <a:buFont typeface="Montserrat"/>
              <a:buNone/>
            </a:pPr>
            <a:r>
              <a:rPr lang="ru-RU" dirty="0"/>
              <a:t>Исследовательский вопрос</a:t>
            </a:r>
            <a:endParaRPr dirty="0"/>
          </a:p>
        </p:txBody>
      </p:sp>
      <p:sp>
        <p:nvSpPr>
          <p:cNvPr id="1216" name="Google Shape;1216;p22"/>
          <p:cNvSpPr txBox="1">
            <a:spLocks noGrp="1"/>
          </p:cNvSpPr>
          <p:nvPr>
            <p:ph type="body" idx="2"/>
          </p:nvPr>
        </p:nvSpPr>
        <p:spPr>
          <a:xfrm>
            <a:off x="654422" y="1501180"/>
            <a:ext cx="8833810" cy="1754286"/>
          </a:xfrm>
          <a:prstGeom prst="rect">
            <a:avLst/>
          </a:prstGeom>
          <a:noFill/>
          <a:ln>
            <a:noFill/>
          </a:ln>
        </p:spPr>
        <p:txBody>
          <a:bodyPr spcFirstLastPara="1" wrap="square" lIns="91425" tIns="45700" rIns="91425" bIns="45700" anchor="t" anchorCtr="0">
            <a:spAutoFit/>
          </a:bodyPr>
          <a:lstStyle/>
          <a:p>
            <a:pPr marL="0" lvl="0" indent="0" algn="l" rtl="0">
              <a:lnSpc>
                <a:spcPct val="100000"/>
              </a:lnSpc>
              <a:spcBef>
                <a:spcPts val="0"/>
              </a:spcBef>
              <a:spcAft>
                <a:spcPts val="0"/>
              </a:spcAft>
              <a:buClr>
                <a:schemeClr val="dk1"/>
              </a:buClr>
              <a:buSzPts val="1400"/>
            </a:pPr>
            <a:r>
              <a:rPr lang="ru-RU" sz="1800" b="0" i="0" u="none" strike="noStrike" dirty="0">
                <a:solidFill>
                  <a:srgbClr val="000000"/>
                </a:solidFill>
                <a:effectLst/>
                <a:latin typeface="Montserrat" panose="00000500000000000000" pitchFamily="2" charset="-52"/>
              </a:rPr>
              <a:t>Хороший исследовательский вопрос начинается с фраз:</a:t>
            </a:r>
          </a:p>
          <a:p>
            <a:pPr marL="285750" lvl="0" indent="-285750" algn="l" rtl="0">
              <a:lnSpc>
                <a:spcPct val="100000"/>
              </a:lnSpc>
              <a:spcBef>
                <a:spcPts val="0"/>
              </a:spcBef>
              <a:spcAft>
                <a:spcPts val="0"/>
              </a:spcAft>
              <a:buClr>
                <a:schemeClr val="dk1"/>
              </a:buClr>
              <a:buSzPts val="1400"/>
              <a:buFont typeface="Arial" panose="020B0604020202020204" pitchFamily="34" charset="0"/>
              <a:buChar char="•"/>
            </a:pPr>
            <a:r>
              <a:rPr lang="ru-RU" sz="1800" b="0" i="0" u="none" strike="noStrike" dirty="0">
                <a:solidFill>
                  <a:srgbClr val="000000"/>
                </a:solidFill>
                <a:effectLst/>
                <a:latin typeface="Montserrat" panose="00000500000000000000" pitchFamily="2" charset="-52"/>
              </a:rPr>
              <a:t>«Какие методы позволяют…»</a:t>
            </a:r>
          </a:p>
          <a:p>
            <a:pPr marL="285750" lvl="0" indent="-285750" algn="l" rtl="0">
              <a:lnSpc>
                <a:spcPct val="100000"/>
              </a:lnSpc>
              <a:spcBef>
                <a:spcPts val="0"/>
              </a:spcBef>
              <a:spcAft>
                <a:spcPts val="0"/>
              </a:spcAft>
              <a:buClr>
                <a:schemeClr val="dk1"/>
              </a:buClr>
              <a:buSzPts val="1400"/>
              <a:buFont typeface="Arial" panose="020B0604020202020204" pitchFamily="34" charset="0"/>
              <a:buChar char="•"/>
            </a:pPr>
            <a:r>
              <a:rPr lang="ru-RU" sz="1800" b="0" i="0" u="none" strike="noStrike" dirty="0">
                <a:solidFill>
                  <a:srgbClr val="000000"/>
                </a:solidFill>
                <a:effectLst/>
                <a:latin typeface="Montserrat" panose="00000500000000000000" pitchFamily="2" charset="-52"/>
              </a:rPr>
              <a:t>«Как можно повысить…»</a:t>
            </a:r>
          </a:p>
          <a:p>
            <a:pPr marL="285750" lvl="0" indent="-285750" algn="l" rtl="0">
              <a:lnSpc>
                <a:spcPct val="100000"/>
              </a:lnSpc>
              <a:spcBef>
                <a:spcPts val="0"/>
              </a:spcBef>
              <a:spcAft>
                <a:spcPts val="0"/>
              </a:spcAft>
              <a:buClr>
                <a:schemeClr val="dk1"/>
              </a:buClr>
              <a:buSzPts val="1400"/>
              <a:buFont typeface="Arial" panose="020B0604020202020204" pitchFamily="34" charset="0"/>
              <a:buChar char="•"/>
            </a:pPr>
            <a:r>
              <a:rPr lang="ru-RU" sz="1800" b="0" i="0" u="none" strike="noStrike" dirty="0">
                <a:solidFill>
                  <a:srgbClr val="000000"/>
                </a:solidFill>
                <a:effectLst/>
                <a:latin typeface="Montserrat" panose="00000500000000000000" pitchFamily="2" charset="-52"/>
              </a:rPr>
              <a:t>«Какие критерии позволяют оценить…»</a:t>
            </a:r>
          </a:p>
          <a:p>
            <a:pPr marL="285750" lvl="0" indent="-285750" algn="l" rtl="0">
              <a:lnSpc>
                <a:spcPct val="100000"/>
              </a:lnSpc>
              <a:spcBef>
                <a:spcPts val="0"/>
              </a:spcBef>
              <a:spcAft>
                <a:spcPts val="0"/>
              </a:spcAft>
              <a:buClr>
                <a:schemeClr val="dk1"/>
              </a:buClr>
              <a:buSzPts val="1400"/>
              <a:buFont typeface="Arial" panose="020B0604020202020204" pitchFamily="34" charset="0"/>
              <a:buChar char="•"/>
            </a:pPr>
            <a:r>
              <a:rPr lang="ru-RU" sz="1800" b="0" i="0" u="none" strike="noStrike" dirty="0">
                <a:solidFill>
                  <a:srgbClr val="000000"/>
                </a:solidFill>
                <a:effectLst/>
                <a:latin typeface="Montserrat" panose="00000500000000000000" pitchFamily="2" charset="-52"/>
              </a:rPr>
              <a:t>«Как выбрать…»</a:t>
            </a:r>
          </a:p>
          <a:p>
            <a:pPr marL="285750" lvl="0" indent="-285750" algn="l" rtl="0">
              <a:lnSpc>
                <a:spcPct val="100000"/>
              </a:lnSpc>
              <a:spcBef>
                <a:spcPts val="0"/>
              </a:spcBef>
              <a:spcAft>
                <a:spcPts val="0"/>
              </a:spcAft>
              <a:buClr>
                <a:schemeClr val="dk1"/>
              </a:buClr>
              <a:buSzPts val="1400"/>
              <a:buFont typeface="Arial" panose="020B0604020202020204" pitchFamily="34" charset="0"/>
              <a:buChar char="•"/>
            </a:pPr>
            <a:r>
              <a:rPr lang="ru-RU" sz="1800" b="0" i="0" u="none" strike="noStrike" dirty="0">
                <a:solidFill>
                  <a:srgbClr val="000000"/>
                </a:solidFill>
                <a:effectLst/>
                <a:latin typeface="Montserrat" panose="00000500000000000000" pitchFamily="2" charset="-52"/>
              </a:rPr>
              <a:t>«Как адаптировать…»</a:t>
            </a:r>
          </a:p>
        </p:txBody>
      </p:sp>
      <p:pic>
        <p:nvPicPr>
          <p:cNvPr id="6146" name="Picture 2">
            <a:extLst>
              <a:ext uri="{FF2B5EF4-FFF2-40B4-BE49-F238E27FC236}">
                <a16:creationId xmlns:a16="http://schemas.microsoft.com/office/drawing/2014/main" id="{73BB288F-2DEA-46DD-A177-B0CB76664C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0200" y="3253382"/>
            <a:ext cx="5715000" cy="2847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67236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213"/>
        <p:cNvGrpSpPr/>
        <p:nvPr/>
      </p:nvGrpSpPr>
      <p:grpSpPr>
        <a:xfrm>
          <a:off x="0" y="0"/>
          <a:ext cx="0" cy="0"/>
          <a:chOff x="0" y="0"/>
          <a:chExt cx="0" cy="0"/>
        </a:xfrm>
      </p:grpSpPr>
      <p:sp>
        <p:nvSpPr>
          <p:cNvPr id="1214" name="Google Shape;1214;p22"/>
          <p:cNvSpPr txBox="1">
            <a:spLocks noGrp="1"/>
          </p:cNvSpPr>
          <p:nvPr>
            <p:ph type="title"/>
          </p:nvPr>
        </p:nvSpPr>
        <p:spPr>
          <a:xfrm>
            <a:off x="559572" y="359101"/>
            <a:ext cx="9199890" cy="954067"/>
          </a:xfrm>
          <a:prstGeom prst="rect">
            <a:avLst/>
          </a:prstGeom>
          <a:noFill/>
          <a:ln>
            <a:noFill/>
          </a:ln>
        </p:spPr>
        <p:txBody>
          <a:bodyPr spcFirstLastPara="1" wrap="square" lIns="91425" tIns="45700" rIns="91425" bIns="45700" anchor="t" anchorCtr="0">
            <a:spAutoFit/>
          </a:bodyPr>
          <a:lstStyle/>
          <a:p>
            <a:pPr marL="0" lvl="0" indent="0" algn="l" rtl="0">
              <a:lnSpc>
                <a:spcPct val="100000"/>
              </a:lnSpc>
              <a:spcBef>
                <a:spcPts val="0"/>
              </a:spcBef>
              <a:spcAft>
                <a:spcPts val="0"/>
              </a:spcAft>
              <a:buClr>
                <a:schemeClr val="accent1"/>
              </a:buClr>
              <a:buSzPts val="2800"/>
              <a:buFont typeface="Montserrat"/>
              <a:buNone/>
            </a:pPr>
            <a:r>
              <a:rPr lang="ru-RU" dirty="0"/>
              <a:t>Шаблон для формулировки проблемы и исследовательского вопроса</a:t>
            </a:r>
          </a:p>
        </p:txBody>
      </p:sp>
      <p:graphicFrame>
        <p:nvGraphicFramePr>
          <p:cNvPr id="4" name="Таблица 4">
            <a:extLst>
              <a:ext uri="{FF2B5EF4-FFF2-40B4-BE49-F238E27FC236}">
                <a16:creationId xmlns:a16="http://schemas.microsoft.com/office/drawing/2014/main" id="{5565177E-EA6A-415D-91B6-91C79BB7E8FD}"/>
              </a:ext>
            </a:extLst>
          </p:cNvPr>
          <p:cNvGraphicFramePr>
            <a:graphicFrameLocks noGrp="1"/>
          </p:cNvGraphicFramePr>
          <p:nvPr>
            <p:extLst>
              <p:ext uri="{D42A27DB-BD31-4B8C-83A1-F6EECF244321}">
                <p14:modId xmlns:p14="http://schemas.microsoft.com/office/powerpoint/2010/main" val="1968591509"/>
              </p:ext>
            </p:extLst>
          </p:nvPr>
        </p:nvGraphicFramePr>
        <p:xfrm>
          <a:off x="1517650" y="2159000"/>
          <a:ext cx="9353550" cy="3702052"/>
        </p:xfrm>
        <a:graphic>
          <a:graphicData uri="http://schemas.openxmlformats.org/drawingml/2006/table">
            <a:tbl>
              <a:tblPr firstRow="1" bandRow="1">
                <a:tableStyleId>{5C22544A-7EE6-4342-B048-85BDC9FD1C3A}</a:tableStyleId>
              </a:tblPr>
              <a:tblGrid>
                <a:gridCol w="4676775">
                  <a:extLst>
                    <a:ext uri="{9D8B030D-6E8A-4147-A177-3AD203B41FA5}">
                      <a16:colId xmlns:a16="http://schemas.microsoft.com/office/drawing/2014/main" val="3569465489"/>
                    </a:ext>
                  </a:extLst>
                </a:gridCol>
                <a:gridCol w="4676775">
                  <a:extLst>
                    <a:ext uri="{9D8B030D-6E8A-4147-A177-3AD203B41FA5}">
                      <a16:colId xmlns:a16="http://schemas.microsoft.com/office/drawing/2014/main" val="315589313"/>
                    </a:ext>
                  </a:extLst>
                </a:gridCol>
              </a:tblGrid>
              <a:tr h="461177">
                <a:tc>
                  <a:txBody>
                    <a:bodyPr/>
                    <a:lstStyle/>
                    <a:p>
                      <a:pPr rtl="0" fontAlgn="t">
                        <a:spcBef>
                          <a:spcPts val="0"/>
                        </a:spcBef>
                        <a:spcAft>
                          <a:spcPts val="0"/>
                        </a:spcAft>
                      </a:pPr>
                      <a:r>
                        <a:rPr lang="ru-RU" sz="1400" b="1" i="0" u="none" strike="noStrike" dirty="0">
                          <a:solidFill>
                            <a:srgbClr val="FFFFFF"/>
                          </a:solidFill>
                          <a:effectLst/>
                          <a:latin typeface="Montserrat" panose="00000500000000000000" pitchFamily="2" charset="-52"/>
                        </a:rPr>
                        <a:t>Элемент</a:t>
                      </a:r>
                      <a:endParaRPr lang="ru-RU" sz="1400" dirty="0">
                        <a:effectLst/>
                        <a:latin typeface="Montserrat" panose="00000500000000000000" pitchFamily="2" charset="-52"/>
                      </a:endParaRPr>
                    </a:p>
                  </a:txBody>
                  <a:tcPr marL="76200" marR="76200" marT="50800" marB="50800"/>
                </a:tc>
                <a:tc>
                  <a:txBody>
                    <a:bodyPr/>
                    <a:lstStyle/>
                    <a:p>
                      <a:pPr rtl="0" fontAlgn="t">
                        <a:spcBef>
                          <a:spcPts val="0"/>
                        </a:spcBef>
                        <a:spcAft>
                          <a:spcPts val="0"/>
                        </a:spcAft>
                      </a:pPr>
                      <a:r>
                        <a:rPr lang="ru-RU" sz="1400" b="1" i="0" u="none" strike="noStrike" dirty="0">
                          <a:solidFill>
                            <a:srgbClr val="FFFFFF"/>
                          </a:solidFill>
                          <a:effectLst/>
                          <a:latin typeface="Montserrat" panose="00000500000000000000" pitchFamily="2" charset="-52"/>
                        </a:rPr>
                        <a:t>Ваша формулировка</a:t>
                      </a:r>
                      <a:endParaRPr lang="ru-RU" sz="1400" dirty="0">
                        <a:effectLst/>
                        <a:latin typeface="Montserrat" panose="00000500000000000000" pitchFamily="2" charset="-52"/>
                      </a:endParaRPr>
                    </a:p>
                  </a:txBody>
                  <a:tcPr marL="76200" marR="76200" marT="50800" marB="50800"/>
                </a:tc>
                <a:extLst>
                  <a:ext uri="{0D108BD9-81ED-4DB2-BD59-A6C34878D82A}">
                    <a16:rowId xmlns:a16="http://schemas.microsoft.com/office/drawing/2014/main" val="2200739297"/>
                  </a:ext>
                </a:extLst>
              </a:tr>
              <a:tr h="461177">
                <a:tc>
                  <a:txBody>
                    <a:bodyPr/>
                    <a:lstStyle/>
                    <a:p>
                      <a:pPr rtl="0" fontAlgn="t">
                        <a:spcBef>
                          <a:spcPts val="0"/>
                        </a:spcBef>
                        <a:spcAft>
                          <a:spcPts val="0"/>
                        </a:spcAft>
                      </a:pPr>
                      <a:r>
                        <a:rPr lang="ru-RU" sz="1200" b="0" i="0" u="none" strike="noStrike">
                          <a:solidFill>
                            <a:srgbClr val="000000"/>
                          </a:solidFill>
                          <a:effectLst/>
                          <a:latin typeface="Montserrat" panose="00000500000000000000" pitchFamily="2" charset="-52"/>
                        </a:rPr>
                        <a:t>Тема</a:t>
                      </a:r>
                      <a:endParaRPr lang="ru-RU" sz="1200">
                        <a:effectLst/>
                        <a:latin typeface="Montserrat" panose="00000500000000000000" pitchFamily="2" charset="-52"/>
                      </a:endParaRPr>
                    </a:p>
                  </a:txBody>
                  <a:tcPr marL="76200" marR="76200" marT="50800" marB="50800"/>
                </a:tc>
                <a:tc>
                  <a:txBody>
                    <a:bodyPr/>
                    <a:lstStyle/>
                    <a:p>
                      <a:pPr rtl="0" fontAlgn="t">
                        <a:spcBef>
                          <a:spcPts val="0"/>
                        </a:spcBef>
                        <a:spcAft>
                          <a:spcPts val="0"/>
                        </a:spcAft>
                      </a:pPr>
                      <a:r>
                        <a:rPr lang="ru-RU" sz="1200" b="0" i="0" u="none" strike="noStrike">
                          <a:solidFill>
                            <a:srgbClr val="000000"/>
                          </a:solidFill>
                          <a:effectLst/>
                          <a:latin typeface="Montserrat" panose="00000500000000000000" pitchFamily="2" charset="-52"/>
                        </a:rPr>
                        <a:t>Моя тема связана с …</a:t>
                      </a:r>
                      <a:endParaRPr lang="ru-RU" sz="1200">
                        <a:effectLst/>
                        <a:latin typeface="Montserrat" panose="00000500000000000000" pitchFamily="2" charset="-52"/>
                      </a:endParaRPr>
                    </a:p>
                  </a:txBody>
                  <a:tcPr marL="76200" marR="76200" marT="50800" marB="50800"/>
                </a:tc>
                <a:extLst>
                  <a:ext uri="{0D108BD9-81ED-4DB2-BD59-A6C34878D82A}">
                    <a16:rowId xmlns:a16="http://schemas.microsoft.com/office/drawing/2014/main" val="2825036241"/>
                  </a:ext>
                </a:extLst>
              </a:tr>
              <a:tr h="808639">
                <a:tc>
                  <a:txBody>
                    <a:bodyPr/>
                    <a:lstStyle/>
                    <a:p>
                      <a:pPr rtl="0" fontAlgn="t">
                        <a:spcBef>
                          <a:spcPts val="0"/>
                        </a:spcBef>
                        <a:spcAft>
                          <a:spcPts val="0"/>
                        </a:spcAft>
                      </a:pPr>
                      <a:r>
                        <a:rPr lang="ru-RU" sz="1200" b="0" i="0" u="none" strike="noStrike">
                          <a:solidFill>
                            <a:srgbClr val="000000"/>
                          </a:solidFill>
                          <a:effectLst/>
                          <a:latin typeface="Montserrat" panose="00000500000000000000" pitchFamily="2" charset="-52"/>
                        </a:rPr>
                        <a:t>Проблема</a:t>
                      </a:r>
                      <a:endParaRPr lang="ru-RU" sz="1200">
                        <a:effectLst/>
                        <a:latin typeface="Montserrat" panose="00000500000000000000" pitchFamily="2" charset="-52"/>
                      </a:endParaRPr>
                    </a:p>
                  </a:txBody>
                  <a:tcPr marL="76200" marR="76200" marT="50800" marB="50800"/>
                </a:tc>
                <a:tc>
                  <a:txBody>
                    <a:bodyPr/>
                    <a:lstStyle/>
                    <a:p>
                      <a:pPr rtl="0" fontAlgn="t">
                        <a:spcBef>
                          <a:spcPts val="0"/>
                        </a:spcBef>
                        <a:spcAft>
                          <a:spcPts val="0"/>
                        </a:spcAft>
                      </a:pPr>
                      <a:r>
                        <a:rPr lang="ru-RU" sz="1200" b="0" i="0" u="none" strike="noStrike">
                          <a:solidFill>
                            <a:srgbClr val="000000"/>
                          </a:solidFill>
                          <a:effectLst/>
                          <a:latin typeface="Montserrat" panose="00000500000000000000" pitchFamily="2" charset="-52"/>
                        </a:rPr>
                        <a:t>В выбранной области существует затруднение: …</a:t>
                      </a:r>
                      <a:endParaRPr lang="ru-RU" sz="1200">
                        <a:effectLst/>
                        <a:latin typeface="Montserrat" panose="00000500000000000000" pitchFamily="2" charset="-52"/>
                      </a:endParaRPr>
                    </a:p>
                    <a:p>
                      <a:pPr rtl="0" fontAlgn="t">
                        <a:spcBef>
                          <a:spcPts val="0"/>
                        </a:spcBef>
                        <a:spcAft>
                          <a:spcPts val="0"/>
                        </a:spcAft>
                      </a:pPr>
                      <a:r>
                        <a:rPr lang="ru-RU" sz="1200" b="0" i="0" u="none" strike="noStrike">
                          <a:solidFill>
                            <a:srgbClr val="000000"/>
                          </a:solidFill>
                          <a:effectLst/>
                          <a:latin typeface="Montserrat" panose="00000500000000000000" pitchFamily="2" charset="-52"/>
                        </a:rPr>
                        <a:t>Оно проявляется в том, что …</a:t>
                      </a:r>
                      <a:endParaRPr lang="ru-RU" sz="1200">
                        <a:effectLst/>
                        <a:latin typeface="Montserrat" panose="00000500000000000000" pitchFamily="2" charset="-52"/>
                      </a:endParaRPr>
                    </a:p>
                  </a:txBody>
                  <a:tcPr marL="76200" marR="76200" marT="50800" marB="50800"/>
                </a:tc>
                <a:extLst>
                  <a:ext uri="{0D108BD9-81ED-4DB2-BD59-A6C34878D82A}">
                    <a16:rowId xmlns:a16="http://schemas.microsoft.com/office/drawing/2014/main" val="1574383015"/>
                  </a:ext>
                </a:extLst>
              </a:tr>
              <a:tr h="808639">
                <a:tc>
                  <a:txBody>
                    <a:bodyPr/>
                    <a:lstStyle/>
                    <a:p>
                      <a:pPr rtl="0" fontAlgn="t">
                        <a:spcBef>
                          <a:spcPts val="0"/>
                        </a:spcBef>
                        <a:spcAft>
                          <a:spcPts val="0"/>
                        </a:spcAft>
                      </a:pPr>
                      <a:r>
                        <a:rPr lang="ru-RU" sz="1200" b="0" i="0" u="none" strike="noStrike">
                          <a:solidFill>
                            <a:srgbClr val="000000"/>
                          </a:solidFill>
                          <a:effectLst/>
                          <a:latin typeface="Montserrat" panose="00000500000000000000" pitchFamily="2" charset="-52"/>
                        </a:rPr>
                        <a:t>Противоречие</a:t>
                      </a:r>
                      <a:endParaRPr lang="ru-RU" sz="1200">
                        <a:effectLst/>
                        <a:latin typeface="Montserrat" panose="00000500000000000000" pitchFamily="2" charset="-52"/>
                      </a:endParaRPr>
                    </a:p>
                  </a:txBody>
                  <a:tcPr marL="76200" marR="76200" marT="50800" marB="50800"/>
                </a:tc>
                <a:tc>
                  <a:txBody>
                    <a:bodyPr/>
                    <a:lstStyle/>
                    <a:p>
                      <a:pPr rtl="0" fontAlgn="t">
                        <a:spcBef>
                          <a:spcPts val="0"/>
                        </a:spcBef>
                        <a:spcAft>
                          <a:spcPts val="0"/>
                        </a:spcAft>
                      </a:pPr>
                      <a:r>
                        <a:rPr lang="ru-RU" sz="1200" b="0" i="0" u="none" strike="noStrike">
                          <a:solidFill>
                            <a:srgbClr val="000000"/>
                          </a:solidFill>
                          <a:effectLst/>
                          <a:latin typeface="Montserrat" panose="00000500000000000000" pitchFamily="2" charset="-52"/>
                        </a:rPr>
                        <a:t>С одной стороны, …</a:t>
                      </a:r>
                      <a:endParaRPr lang="ru-RU" sz="1200">
                        <a:effectLst/>
                        <a:latin typeface="Montserrat" panose="00000500000000000000" pitchFamily="2" charset="-52"/>
                      </a:endParaRPr>
                    </a:p>
                    <a:p>
                      <a:pPr rtl="0" fontAlgn="t">
                        <a:spcBef>
                          <a:spcPts val="0"/>
                        </a:spcBef>
                        <a:spcAft>
                          <a:spcPts val="0"/>
                        </a:spcAft>
                      </a:pPr>
                      <a:r>
                        <a:rPr lang="ru-RU" sz="1200" b="0" i="0" u="none" strike="noStrike">
                          <a:solidFill>
                            <a:srgbClr val="000000"/>
                          </a:solidFill>
                          <a:effectLst/>
                          <a:latin typeface="Montserrat" panose="00000500000000000000" pitchFamily="2" charset="-52"/>
                        </a:rPr>
                        <a:t>С другой стороны, …</a:t>
                      </a:r>
                      <a:endParaRPr lang="ru-RU" sz="1200">
                        <a:effectLst/>
                        <a:latin typeface="Montserrat" panose="00000500000000000000" pitchFamily="2" charset="-52"/>
                      </a:endParaRPr>
                    </a:p>
                    <a:p>
                      <a:pPr rtl="0" fontAlgn="t">
                        <a:spcBef>
                          <a:spcPts val="0"/>
                        </a:spcBef>
                        <a:spcAft>
                          <a:spcPts val="0"/>
                        </a:spcAft>
                      </a:pPr>
                      <a:r>
                        <a:rPr lang="ru-RU" sz="1200" b="0" i="0" u="none" strike="noStrike">
                          <a:solidFill>
                            <a:srgbClr val="000000"/>
                          </a:solidFill>
                          <a:effectLst/>
                          <a:latin typeface="Montserrat" panose="00000500000000000000" pitchFamily="2" charset="-52"/>
                        </a:rPr>
                        <a:t>(..., но ….) </a:t>
                      </a:r>
                      <a:endParaRPr lang="ru-RU" sz="1200">
                        <a:effectLst/>
                        <a:latin typeface="Montserrat" panose="00000500000000000000" pitchFamily="2" charset="-52"/>
                      </a:endParaRPr>
                    </a:p>
                  </a:txBody>
                  <a:tcPr marL="76200" marR="76200" marT="50800" marB="50800"/>
                </a:tc>
                <a:extLst>
                  <a:ext uri="{0D108BD9-81ED-4DB2-BD59-A6C34878D82A}">
                    <a16:rowId xmlns:a16="http://schemas.microsoft.com/office/drawing/2014/main" val="3564377899"/>
                  </a:ext>
                </a:extLst>
              </a:tr>
              <a:tr h="581210">
                <a:tc>
                  <a:txBody>
                    <a:bodyPr/>
                    <a:lstStyle/>
                    <a:p>
                      <a:pPr rtl="0" fontAlgn="t">
                        <a:spcBef>
                          <a:spcPts val="0"/>
                        </a:spcBef>
                        <a:spcAft>
                          <a:spcPts val="0"/>
                        </a:spcAft>
                      </a:pPr>
                      <a:r>
                        <a:rPr lang="ru-RU" sz="1200" b="0" i="0" u="none" strike="noStrike">
                          <a:solidFill>
                            <a:srgbClr val="000000"/>
                          </a:solidFill>
                          <a:effectLst/>
                          <a:latin typeface="Montserrat" panose="00000500000000000000" pitchFamily="2" charset="-52"/>
                        </a:rPr>
                        <a:t>Исследовательский вопрос</a:t>
                      </a:r>
                      <a:endParaRPr lang="ru-RU" sz="1200">
                        <a:effectLst/>
                        <a:latin typeface="Montserrat" panose="00000500000000000000" pitchFamily="2" charset="-52"/>
                      </a:endParaRPr>
                    </a:p>
                  </a:txBody>
                  <a:tcPr marL="76200" marR="76200" marT="50800" marB="50800"/>
                </a:tc>
                <a:tc>
                  <a:txBody>
                    <a:bodyPr/>
                    <a:lstStyle/>
                    <a:p>
                      <a:pPr rtl="0" fontAlgn="t">
                        <a:spcBef>
                          <a:spcPts val="0"/>
                        </a:spcBef>
                        <a:spcAft>
                          <a:spcPts val="0"/>
                        </a:spcAft>
                      </a:pPr>
                      <a:r>
                        <a:rPr lang="ru-RU" sz="1200" b="0" i="0" u="none" strike="noStrike">
                          <a:solidFill>
                            <a:srgbClr val="000000"/>
                          </a:solidFill>
                          <a:effectLst/>
                          <a:latin typeface="Montserrat" panose="00000500000000000000" pitchFamily="2" charset="-52"/>
                        </a:rPr>
                        <a:t>Какие / как / каким образом … позволяет / позволяют … ?</a:t>
                      </a:r>
                      <a:endParaRPr lang="ru-RU" sz="1200">
                        <a:effectLst/>
                        <a:latin typeface="Montserrat" panose="00000500000000000000" pitchFamily="2" charset="-52"/>
                      </a:endParaRPr>
                    </a:p>
                  </a:txBody>
                  <a:tcPr marL="76200" marR="76200" marT="50800" marB="50800"/>
                </a:tc>
                <a:extLst>
                  <a:ext uri="{0D108BD9-81ED-4DB2-BD59-A6C34878D82A}">
                    <a16:rowId xmlns:a16="http://schemas.microsoft.com/office/drawing/2014/main" val="3842058297"/>
                  </a:ext>
                </a:extLst>
              </a:tr>
              <a:tr h="581210">
                <a:tc>
                  <a:txBody>
                    <a:bodyPr/>
                    <a:lstStyle/>
                    <a:p>
                      <a:pPr rtl="0" fontAlgn="t">
                        <a:spcBef>
                          <a:spcPts val="0"/>
                        </a:spcBef>
                        <a:spcAft>
                          <a:spcPts val="0"/>
                        </a:spcAft>
                      </a:pPr>
                      <a:r>
                        <a:rPr lang="ru-RU" sz="1200" b="0" i="0" u="none" strike="noStrike">
                          <a:solidFill>
                            <a:srgbClr val="000000"/>
                          </a:solidFill>
                          <a:effectLst/>
                          <a:latin typeface="Montserrat" panose="00000500000000000000" pitchFamily="2" charset="-52"/>
                        </a:rPr>
                        <a:t>Область применения</a:t>
                      </a:r>
                      <a:endParaRPr lang="ru-RU" sz="1200">
                        <a:effectLst/>
                        <a:latin typeface="Montserrat" panose="00000500000000000000" pitchFamily="2" charset="-52"/>
                      </a:endParaRPr>
                    </a:p>
                  </a:txBody>
                  <a:tcPr marL="76200" marR="76200" marT="50800" marB="50800"/>
                </a:tc>
                <a:tc>
                  <a:txBody>
                    <a:bodyPr/>
                    <a:lstStyle/>
                    <a:p>
                      <a:pPr rtl="0" fontAlgn="t">
                        <a:spcBef>
                          <a:spcPts val="0"/>
                        </a:spcBef>
                        <a:spcAft>
                          <a:spcPts val="0"/>
                        </a:spcAft>
                      </a:pPr>
                      <a:r>
                        <a:rPr lang="ru-RU" sz="1200" b="0" i="0" u="none" strike="noStrike" dirty="0">
                          <a:solidFill>
                            <a:srgbClr val="000000"/>
                          </a:solidFill>
                          <a:effectLst/>
                          <a:latin typeface="Montserrat" panose="00000500000000000000" pitchFamily="2" charset="-52"/>
                        </a:rPr>
                        <a:t>Результаты работы могут быть применены в …</a:t>
                      </a:r>
                      <a:endParaRPr lang="ru-RU" sz="1200" dirty="0">
                        <a:effectLst/>
                        <a:latin typeface="Montserrat" panose="00000500000000000000" pitchFamily="2" charset="-52"/>
                      </a:endParaRPr>
                    </a:p>
                    <a:p>
                      <a:pPr rtl="0" fontAlgn="t">
                        <a:spcBef>
                          <a:spcPts val="0"/>
                        </a:spcBef>
                        <a:spcAft>
                          <a:spcPts val="0"/>
                        </a:spcAft>
                      </a:pPr>
                      <a:r>
                        <a:rPr lang="ru-RU" sz="1200" b="0" i="0" u="none" strike="noStrike" dirty="0">
                          <a:solidFill>
                            <a:srgbClr val="000000"/>
                          </a:solidFill>
                          <a:effectLst/>
                          <a:latin typeface="Montserrat" panose="00000500000000000000" pitchFamily="2" charset="-52"/>
                        </a:rPr>
                        <a:t>Они будут полезны для …</a:t>
                      </a:r>
                      <a:endParaRPr lang="ru-RU" sz="1200" dirty="0">
                        <a:effectLst/>
                        <a:latin typeface="Montserrat" panose="00000500000000000000" pitchFamily="2" charset="-52"/>
                      </a:endParaRPr>
                    </a:p>
                  </a:txBody>
                  <a:tcPr marL="76200" marR="76200" marT="50800" marB="50800"/>
                </a:tc>
                <a:extLst>
                  <a:ext uri="{0D108BD9-81ED-4DB2-BD59-A6C34878D82A}">
                    <a16:rowId xmlns:a16="http://schemas.microsoft.com/office/drawing/2014/main" val="1352832041"/>
                  </a:ext>
                </a:extLst>
              </a:tr>
            </a:tbl>
          </a:graphicData>
        </a:graphic>
      </p:graphicFrame>
    </p:spTree>
    <p:extLst>
      <p:ext uri="{BB962C8B-B14F-4D97-AF65-F5344CB8AC3E}">
        <p14:creationId xmlns:p14="http://schemas.microsoft.com/office/powerpoint/2010/main" val="15864544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10"/>
        <p:cNvGrpSpPr/>
        <p:nvPr/>
      </p:nvGrpSpPr>
      <p:grpSpPr>
        <a:xfrm>
          <a:off x="0" y="0"/>
          <a:ext cx="0" cy="0"/>
          <a:chOff x="0" y="0"/>
          <a:chExt cx="0" cy="0"/>
        </a:xfrm>
      </p:grpSpPr>
      <p:sp>
        <p:nvSpPr>
          <p:cNvPr id="1111" name="Google Shape;1111;p11"/>
          <p:cNvSpPr txBox="1">
            <a:spLocks noGrp="1"/>
          </p:cNvSpPr>
          <p:nvPr>
            <p:ph type="title"/>
          </p:nvPr>
        </p:nvSpPr>
        <p:spPr>
          <a:xfrm>
            <a:off x="559571" y="359101"/>
            <a:ext cx="3339329" cy="1384954"/>
          </a:xfrm>
          <a:prstGeom prst="rect">
            <a:avLst/>
          </a:prstGeom>
          <a:noFill/>
          <a:ln>
            <a:noFill/>
          </a:ln>
        </p:spPr>
        <p:txBody>
          <a:bodyPr spcFirstLastPara="1" wrap="square" lIns="91425" tIns="45700" rIns="91425" bIns="45700" anchor="t" anchorCtr="0">
            <a:spAutoFit/>
          </a:bodyPr>
          <a:lstStyle/>
          <a:p>
            <a:pPr marL="0" lvl="0" indent="0" algn="l" rtl="0">
              <a:lnSpc>
                <a:spcPct val="100000"/>
              </a:lnSpc>
              <a:spcBef>
                <a:spcPts val="0"/>
              </a:spcBef>
              <a:spcAft>
                <a:spcPts val="0"/>
              </a:spcAft>
              <a:buClr>
                <a:schemeClr val="lt1"/>
              </a:buClr>
              <a:buSzPts val="2800"/>
              <a:buFont typeface="Montserrat"/>
              <a:buNone/>
            </a:pPr>
            <a:r>
              <a:rPr lang="ru-RU" dirty="0"/>
              <a:t>07. Признаки качественной темы ВКР</a:t>
            </a:r>
          </a:p>
        </p:txBody>
      </p:sp>
    </p:spTree>
    <p:extLst>
      <p:ext uri="{BB962C8B-B14F-4D97-AF65-F5344CB8AC3E}">
        <p14:creationId xmlns:p14="http://schemas.microsoft.com/office/powerpoint/2010/main" val="39552093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213"/>
        <p:cNvGrpSpPr/>
        <p:nvPr/>
      </p:nvGrpSpPr>
      <p:grpSpPr>
        <a:xfrm>
          <a:off x="0" y="0"/>
          <a:ext cx="0" cy="0"/>
          <a:chOff x="0" y="0"/>
          <a:chExt cx="0" cy="0"/>
        </a:xfrm>
      </p:grpSpPr>
      <p:sp>
        <p:nvSpPr>
          <p:cNvPr id="1214" name="Google Shape;1214;p22"/>
          <p:cNvSpPr txBox="1">
            <a:spLocks noGrp="1"/>
          </p:cNvSpPr>
          <p:nvPr>
            <p:ph type="title"/>
          </p:nvPr>
        </p:nvSpPr>
        <p:spPr>
          <a:xfrm>
            <a:off x="559572" y="359101"/>
            <a:ext cx="9199890" cy="523220"/>
          </a:xfrm>
          <a:prstGeom prst="rect">
            <a:avLst/>
          </a:prstGeom>
          <a:noFill/>
          <a:ln>
            <a:noFill/>
          </a:ln>
        </p:spPr>
        <p:txBody>
          <a:bodyPr spcFirstLastPara="1" wrap="square" lIns="91425" tIns="45700" rIns="91425" bIns="45700" anchor="t" anchorCtr="0">
            <a:spAutoFit/>
          </a:bodyPr>
          <a:lstStyle/>
          <a:p>
            <a:pPr marL="0" lvl="0" indent="0" algn="l" rtl="0">
              <a:lnSpc>
                <a:spcPct val="100000"/>
              </a:lnSpc>
              <a:spcBef>
                <a:spcPts val="0"/>
              </a:spcBef>
              <a:spcAft>
                <a:spcPts val="0"/>
              </a:spcAft>
              <a:buClr>
                <a:schemeClr val="accent1"/>
              </a:buClr>
              <a:buSzPts val="2800"/>
              <a:buFont typeface="Montserrat"/>
              <a:buNone/>
            </a:pPr>
            <a:r>
              <a:rPr lang="ru-RU" dirty="0"/>
              <a:t>Признаки качественной темы ВКР</a:t>
            </a:r>
            <a:endParaRPr dirty="0"/>
          </a:p>
        </p:txBody>
      </p:sp>
      <p:sp>
        <p:nvSpPr>
          <p:cNvPr id="1216" name="Google Shape;1216;p22"/>
          <p:cNvSpPr txBox="1">
            <a:spLocks noGrp="1"/>
          </p:cNvSpPr>
          <p:nvPr>
            <p:ph type="body" idx="2"/>
          </p:nvPr>
        </p:nvSpPr>
        <p:spPr>
          <a:xfrm>
            <a:off x="654422" y="1501180"/>
            <a:ext cx="8833810" cy="1477287"/>
          </a:xfrm>
          <a:prstGeom prst="rect">
            <a:avLst/>
          </a:prstGeom>
          <a:noFill/>
          <a:ln>
            <a:noFill/>
          </a:ln>
        </p:spPr>
        <p:txBody>
          <a:bodyPr spcFirstLastPara="1" wrap="square" lIns="91425" tIns="45700" rIns="91425" bIns="45700" anchor="t" anchorCtr="0">
            <a:spAutoFit/>
          </a:bodyPr>
          <a:lstStyle/>
          <a:p>
            <a:pPr marL="285750" lvl="0" indent="-285750" algn="l" rtl="0">
              <a:lnSpc>
                <a:spcPct val="100000"/>
              </a:lnSpc>
              <a:spcBef>
                <a:spcPts val="0"/>
              </a:spcBef>
              <a:spcAft>
                <a:spcPts val="0"/>
              </a:spcAft>
              <a:buClr>
                <a:schemeClr val="dk1"/>
              </a:buClr>
              <a:buSzPts val="1400"/>
              <a:buFont typeface="Arial" panose="020B0604020202020204" pitchFamily="34" charset="0"/>
              <a:buChar char="•"/>
            </a:pPr>
            <a:r>
              <a:rPr lang="ru-RU" sz="1800" b="0" i="0" u="none" strike="noStrike" dirty="0">
                <a:solidFill>
                  <a:srgbClr val="000000"/>
                </a:solidFill>
                <a:effectLst/>
                <a:latin typeface="Montserrat" panose="00000500000000000000" pitchFamily="2" charset="-52"/>
              </a:rPr>
              <a:t>Конкретность</a:t>
            </a:r>
          </a:p>
          <a:p>
            <a:pPr marL="285750" lvl="0" indent="-285750" algn="l" rtl="0">
              <a:lnSpc>
                <a:spcPct val="100000"/>
              </a:lnSpc>
              <a:spcBef>
                <a:spcPts val="0"/>
              </a:spcBef>
              <a:spcAft>
                <a:spcPts val="0"/>
              </a:spcAft>
              <a:buClr>
                <a:schemeClr val="dk1"/>
              </a:buClr>
              <a:buSzPts val="1400"/>
              <a:buFont typeface="Arial" panose="020B0604020202020204" pitchFamily="34" charset="0"/>
              <a:buChar char="•"/>
            </a:pPr>
            <a:r>
              <a:rPr lang="ru-RU" sz="1800" dirty="0">
                <a:solidFill>
                  <a:srgbClr val="000000"/>
                </a:solidFill>
                <a:latin typeface="Montserrat" panose="00000500000000000000" pitchFamily="2" charset="-52"/>
              </a:rPr>
              <a:t>Исследовательский характер</a:t>
            </a:r>
          </a:p>
          <a:p>
            <a:pPr marL="285750" lvl="0" indent="-285750" algn="l" rtl="0">
              <a:lnSpc>
                <a:spcPct val="100000"/>
              </a:lnSpc>
              <a:spcBef>
                <a:spcPts val="0"/>
              </a:spcBef>
              <a:spcAft>
                <a:spcPts val="0"/>
              </a:spcAft>
              <a:buClr>
                <a:schemeClr val="dk1"/>
              </a:buClr>
              <a:buSzPts val="1400"/>
              <a:buFont typeface="Arial" panose="020B0604020202020204" pitchFamily="34" charset="0"/>
              <a:buChar char="•"/>
            </a:pPr>
            <a:r>
              <a:rPr lang="ru-RU" sz="1800" b="0" i="0" u="none" strike="noStrike" dirty="0">
                <a:solidFill>
                  <a:srgbClr val="000000"/>
                </a:solidFill>
                <a:effectLst/>
                <a:latin typeface="Montserrat" panose="00000500000000000000" pitchFamily="2" charset="-52"/>
              </a:rPr>
              <a:t>Актуальность</a:t>
            </a:r>
          </a:p>
          <a:p>
            <a:pPr marL="285750" lvl="0" indent="-285750" algn="l" rtl="0">
              <a:lnSpc>
                <a:spcPct val="100000"/>
              </a:lnSpc>
              <a:spcBef>
                <a:spcPts val="0"/>
              </a:spcBef>
              <a:spcAft>
                <a:spcPts val="0"/>
              </a:spcAft>
              <a:buClr>
                <a:schemeClr val="dk1"/>
              </a:buClr>
              <a:buSzPts val="1400"/>
              <a:buFont typeface="Arial" panose="020B0604020202020204" pitchFamily="34" charset="0"/>
              <a:buChar char="•"/>
            </a:pPr>
            <a:r>
              <a:rPr lang="ru-RU" sz="1800" dirty="0">
                <a:solidFill>
                  <a:srgbClr val="000000"/>
                </a:solidFill>
                <a:latin typeface="Montserrat" panose="00000500000000000000" pitchFamily="2" charset="-52"/>
              </a:rPr>
              <a:t>Реализуемость</a:t>
            </a:r>
          </a:p>
          <a:p>
            <a:pPr marL="285750" lvl="0" indent="-285750" algn="l" rtl="0">
              <a:lnSpc>
                <a:spcPct val="100000"/>
              </a:lnSpc>
              <a:spcBef>
                <a:spcPts val="0"/>
              </a:spcBef>
              <a:spcAft>
                <a:spcPts val="0"/>
              </a:spcAft>
              <a:buClr>
                <a:schemeClr val="dk1"/>
              </a:buClr>
              <a:buSzPts val="1400"/>
              <a:buFont typeface="Arial" panose="020B0604020202020204" pitchFamily="34" charset="0"/>
              <a:buChar char="•"/>
            </a:pPr>
            <a:r>
              <a:rPr lang="ru-RU" sz="1800" b="0" i="0" u="none" strike="noStrike" dirty="0">
                <a:solidFill>
                  <a:srgbClr val="000000"/>
                </a:solidFill>
                <a:effectLst/>
                <a:latin typeface="Montserrat" panose="00000500000000000000" pitchFamily="2" charset="-52"/>
              </a:rPr>
              <a:t>Соответств</a:t>
            </a:r>
            <a:r>
              <a:rPr lang="ru-RU" sz="1800" dirty="0">
                <a:solidFill>
                  <a:srgbClr val="000000"/>
                </a:solidFill>
                <a:latin typeface="Montserrat" panose="00000500000000000000" pitchFamily="2" charset="-52"/>
              </a:rPr>
              <a:t>ие масштабу ВКР</a:t>
            </a:r>
            <a:endParaRPr lang="ru-RU" sz="1800" b="0" i="0" u="none" strike="noStrike" dirty="0">
              <a:solidFill>
                <a:srgbClr val="000000"/>
              </a:solidFill>
              <a:effectLst/>
              <a:latin typeface="Montserrat" panose="00000500000000000000" pitchFamily="2" charset="-52"/>
            </a:endParaRPr>
          </a:p>
        </p:txBody>
      </p:sp>
    </p:spTree>
    <p:extLst>
      <p:ext uri="{BB962C8B-B14F-4D97-AF65-F5344CB8AC3E}">
        <p14:creationId xmlns:p14="http://schemas.microsoft.com/office/powerpoint/2010/main" val="6606279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10"/>
        <p:cNvGrpSpPr/>
        <p:nvPr/>
      </p:nvGrpSpPr>
      <p:grpSpPr>
        <a:xfrm>
          <a:off x="0" y="0"/>
          <a:ext cx="0" cy="0"/>
          <a:chOff x="0" y="0"/>
          <a:chExt cx="0" cy="0"/>
        </a:xfrm>
      </p:grpSpPr>
      <p:sp>
        <p:nvSpPr>
          <p:cNvPr id="1111" name="Google Shape;1111;p11"/>
          <p:cNvSpPr txBox="1">
            <a:spLocks noGrp="1"/>
          </p:cNvSpPr>
          <p:nvPr>
            <p:ph type="title"/>
          </p:nvPr>
        </p:nvSpPr>
        <p:spPr>
          <a:xfrm>
            <a:off x="559571" y="359101"/>
            <a:ext cx="3339329" cy="1384954"/>
          </a:xfrm>
          <a:prstGeom prst="rect">
            <a:avLst/>
          </a:prstGeom>
          <a:noFill/>
          <a:ln>
            <a:noFill/>
          </a:ln>
        </p:spPr>
        <p:txBody>
          <a:bodyPr spcFirstLastPara="1" wrap="square" lIns="91425" tIns="45700" rIns="91425" bIns="45700" anchor="t" anchorCtr="0">
            <a:spAutoFit/>
          </a:bodyPr>
          <a:lstStyle/>
          <a:p>
            <a:pPr marL="0" lvl="0" indent="0" algn="l" rtl="0">
              <a:lnSpc>
                <a:spcPct val="100000"/>
              </a:lnSpc>
              <a:spcBef>
                <a:spcPts val="0"/>
              </a:spcBef>
              <a:spcAft>
                <a:spcPts val="0"/>
              </a:spcAft>
              <a:buClr>
                <a:schemeClr val="lt1"/>
              </a:buClr>
              <a:buSzPts val="2800"/>
              <a:buFont typeface="Montserrat"/>
              <a:buNone/>
            </a:pPr>
            <a:r>
              <a:rPr lang="ru-RU" dirty="0"/>
              <a:t>08. Формулировка названия темы</a:t>
            </a:r>
          </a:p>
        </p:txBody>
      </p:sp>
    </p:spTree>
    <p:extLst>
      <p:ext uri="{BB962C8B-B14F-4D97-AF65-F5344CB8AC3E}">
        <p14:creationId xmlns:p14="http://schemas.microsoft.com/office/powerpoint/2010/main" val="41932427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213"/>
        <p:cNvGrpSpPr/>
        <p:nvPr/>
      </p:nvGrpSpPr>
      <p:grpSpPr>
        <a:xfrm>
          <a:off x="0" y="0"/>
          <a:ext cx="0" cy="0"/>
          <a:chOff x="0" y="0"/>
          <a:chExt cx="0" cy="0"/>
        </a:xfrm>
      </p:grpSpPr>
      <p:sp>
        <p:nvSpPr>
          <p:cNvPr id="1214" name="Google Shape;1214;p22"/>
          <p:cNvSpPr txBox="1">
            <a:spLocks noGrp="1"/>
          </p:cNvSpPr>
          <p:nvPr>
            <p:ph type="title"/>
          </p:nvPr>
        </p:nvSpPr>
        <p:spPr>
          <a:xfrm>
            <a:off x="559572" y="359101"/>
            <a:ext cx="9199890" cy="523220"/>
          </a:xfrm>
          <a:prstGeom prst="rect">
            <a:avLst/>
          </a:prstGeom>
          <a:noFill/>
          <a:ln>
            <a:noFill/>
          </a:ln>
        </p:spPr>
        <p:txBody>
          <a:bodyPr spcFirstLastPara="1" wrap="square" lIns="91425" tIns="45700" rIns="91425" bIns="45700" anchor="t" anchorCtr="0">
            <a:spAutoFit/>
          </a:bodyPr>
          <a:lstStyle/>
          <a:p>
            <a:pPr marL="0" lvl="0" indent="0" algn="l" rtl="0">
              <a:lnSpc>
                <a:spcPct val="100000"/>
              </a:lnSpc>
              <a:spcBef>
                <a:spcPts val="0"/>
              </a:spcBef>
              <a:spcAft>
                <a:spcPts val="0"/>
              </a:spcAft>
              <a:buClr>
                <a:schemeClr val="accent1"/>
              </a:buClr>
              <a:buSzPts val="2800"/>
              <a:buFont typeface="Montserrat"/>
              <a:buNone/>
            </a:pPr>
            <a:r>
              <a:rPr lang="ru-RU" dirty="0"/>
              <a:t>Формулировка названия темы</a:t>
            </a:r>
          </a:p>
        </p:txBody>
      </p:sp>
      <p:sp>
        <p:nvSpPr>
          <p:cNvPr id="1216" name="Google Shape;1216;p22"/>
          <p:cNvSpPr txBox="1">
            <a:spLocks noGrp="1"/>
          </p:cNvSpPr>
          <p:nvPr>
            <p:ph type="body" idx="2"/>
          </p:nvPr>
        </p:nvSpPr>
        <p:spPr>
          <a:xfrm>
            <a:off x="628844" y="1130305"/>
            <a:ext cx="8833810" cy="2031285"/>
          </a:xfrm>
          <a:prstGeom prst="rect">
            <a:avLst/>
          </a:prstGeom>
          <a:noFill/>
          <a:ln>
            <a:noFill/>
          </a:ln>
        </p:spPr>
        <p:txBody>
          <a:bodyPr spcFirstLastPara="1" wrap="square" lIns="91425" tIns="45700" rIns="91425" bIns="45700" anchor="t" anchorCtr="0">
            <a:spAutoFit/>
          </a:bodyPr>
          <a:lstStyle/>
          <a:p>
            <a:pPr marL="0" lvl="0" indent="0" algn="l" rtl="0">
              <a:lnSpc>
                <a:spcPct val="100000"/>
              </a:lnSpc>
              <a:spcBef>
                <a:spcPts val="0"/>
              </a:spcBef>
              <a:spcAft>
                <a:spcPts val="0"/>
              </a:spcAft>
              <a:buClr>
                <a:schemeClr val="dk1"/>
              </a:buClr>
              <a:buSzPts val="1400"/>
            </a:pPr>
            <a:r>
              <a:rPr lang="ru-RU" sz="1800" b="1" i="0" u="none" strike="noStrike" dirty="0">
                <a:solidFill>
                  <a:srgbClr val="000000"/>
                </a:solidFill>
                <a:effectLst/>
                <a:latin typeface="Montserrat" panose="00000500000000000000" pitchFamily="2" charset="-52"/>
              </a:rPr>
              <a:t>Хорошее название</a:t>
            </a:r>
          </a:p>
          <a:p>
            <a:pPr marL="285750" lvl="0" indent="-285750" algn="l" rtl="0">
              <a:lnSpc>
                <a:spcPct val="100000"/>
              </a:lnSpc>
              <a:spcBef>
                <a:spcPts val="0"/>
              </a:spcBef>
              <a:spcAft>
                <a:spcPts val="0"/>
              </a:spcAft>
              <a:buClr>
                <a:schemeClr val="dk1"/>
              </a:buClr>
              <a:buSzPts val="1400"/>
              <a:buFont typeface="Arial" panose="020B0604020202020204" pitchFamily="34" charset="0"/>
              <a:buChar char="•"/>
            </a:pPr>
            <a:r>
              <a:rPr lang="ru-RU" sz="1800" b="0" i="0" u="none" strike="noStrike" dirty="0">
                <a:solidFill>
                  <a:srgbClr val="000000"/>
                </a:solidFill>
                <a:effectLst/>
                <a:latin typeface="Montserrat" panose="00000500000000000000" pitchFamily="2" charset="-52"/>
              </a:rPr>
              <a:t>содержит </a:t>
            </a:r>
            <a:r>
              <a:rPr lang="ru-RU" sz="1800" b="0" i="0" u="none" strike="noStrike" dirty="0" err="1">
                <a:solidFill>
                  <a:srgbClr val="000000"/>
                </a:solidFill>
                <a:effectLst/>
                <a:latin typeface="Montserrat" panose="00000500000000000000" pitchFamily="2" charset="-52"/>
              </a:rPr>
              <a:t>проблематизацию</a:t>
            </a:r>
            <a:r>
              <a:rPr lang="ru-RU" sz="1800" b="0" i="0" u="none" strike="noStrike" dirty="0">
                <a:solidFill>
                  <a:srgbClr val="000000"/>
                </a:solidFill>
                <a:effectLst/>
                <a:latin typeface="Montserrat" panose="00000500000000000000" pitchFamily="2" charset="-52"/>
              </a:rPr>
              <a:t> </a:t>
            </a:r>
          </a:p>
          <a:p>
            <a:pPr marL="285750" lvl="0" indent="-285750" algn="l" rtl="0">
              <a:lnSpc>
                <a:spcPct val="100000"/>
              </a:lnSpc>
              <a:spcBef>
                <a:spcPts val="0"/>
              </a:spcBef>
              <a:spcAft>
                <a:spcPts val="0"/>
              </a:spcAft>
              <a:buClr>
                <a:schemeClr val="dk1"/>
              </a:buClr>
              <a:buSzPts val="1400"/>
              <a:buFont typeface="Arial" panose="020B0604020202020204" pitchFamily="34" charset="0"/>
              <a:buChar char="•"/>
            </a:pPr>
            <a:r>
              <a:rPr lang="ru-RU" sz="1800" b="0" i="0" u="none" strike="noStrike" dirty="0">
                <a:solidFill>
                  <a:srgbClr val="000000"/>
                </a:solidFill>
                <a:effectLst/>
                <a:latin typeface="Montserrat" panose="00000500000000000000" pitchFamily="2" charset="-52"/>
              </a:rPr>
              <a:t>отражает противоречие </a:t>
            </a:r>
          </a:p>
          <a:p>
            <a:pPr marL="285750" lvl="0" indent="-285750" algn="l" rtl="0">
              <a:lnSpc>
                <a:spcPct val="100000"/>
              </a:lnSpc>
              <a:spcBef>
                <a:spcPts val="0"/>
              </a:spcBef>
              <a:spcAft>
                <a:spcPts val="0"/>
              </a:spcAft>
              <a:buClr>
                <a:schemeClr val="dk1"/>
              </a:buClr>
              <a:buSzPts val="1400"/>
              <a:buFont typeface="Arial" panose="020B0604020202020204" pitchFamily="34" charset="0"/>
              <a:buChar char="•"/>
            </a:pPr>
            <a:r>
              <a:rPr lang="ru-RU" sz="1800" b="0" i="0" u="none" strike="noStrike" dirty="0">
                <a:solidFill>
                  <a:srgbClr val="000000"/>
                </a:solidFill>
                <a:effectLst/>
                <a:latin typeface="Montserrat" panose="00000500000000000000" pitchFamily="2" charset="-52"/>
              </a:rPr>
              <a:t>сформулировано ясно, без двусмысленности или излишней обобщенности </a:t>
            </a:r>
          </a:p>
          <a:p>
            <a:pPr marL="285750" lvl="0" indent="-285750" algn="l" rtl="0">
              <a:lnSpc>
                <a:spcPct val="100000"/>
              </a:lnSpc>
              <a:spcBef>
                <a:spcPts val="0"/>
              </a:spcBef>
              <a:spcAft>
                <a:spcPts val="0"/>
              </a:spcAft>
              <a:buClr>
                <a:schemeClr val="dk1"/>
              </a:buClr>
              <a:buSzPts val="1400"/>
              <a:buFont typeface="Arial" panose="020B0604020202020204" pitchFamily="34" charset="0"/>
              <a:buChar char="•"/>
            </a:pPr>
            <a:r>
              <a:rPr lang="ru-RU" sz="1800" b="0" i="0" u="none" strike="noStrike" dirty="0">
                <a:solidFill>
                  <a:srgbClr val="000000"/>
                </a:solidFill>
                <a:effectLst/>
                <a:latin typeface="Montserrat" panose="00000500000000000000" pitchFamily="2" charset="-52"/>
              </a:rPr>
              <a:t>не содержит излишней детализации </a:t>
            </a:r>
          </a:p>
          <a:p>
            <a:pPr marL="285750" lvl="0" indent="-285750" algn="l" rtl="0">
              <a:lnSpc>
                <a:spcPct val="100000"/>
              </a:lnSpc>
              <a:spcBef>
                <a:spcPts val="0"/>
              </a:spcBef>
              <a:spcAft>
                <a:spcPts val="0"/>
              </a:spcAft>
              <a:buClr>
                <a:schemeClr val="dk1"/>
              </a:buClr>
              <a:buSzPts val="1400"/>
              <a:buFont typeface="Arial" panose="020B0604020202020204" pitchFamily="34" charset="0"/>
              <a:buChar char="•"/>
            </a:pPr>
            <a:r>
              <a:rPr lang="ru-RU" sz="1800" b="0" i="0" u="none" strike="noStrike" dirty="0">
                <a:solidFill>
                  <a:srgbClr val="000000"/>
                </a:solidFill>
                <a:effectLst/>
                <a:latin typeface="Montserrat" panose="00000500000000000000" pitchFamily="2" charset="-52"/>
              </a:rPr>
              <a:t>не содержит констатирующих выражений и стоп-слов </a:t>
            </a:r>
          </a:p>
        </p:txBody>
      </p:sp>
      <p:pic>
        <p:nvPicPr>
          <p:cNvPr id="1026" name="Picture 2">
            <a:extLst>
              <a:ext uri="{FF2B5EF4-FFF2-40B4-BE49-F238E27FC236}">
                <a16:creationId xmlns:a16="http://schemas.microsoft.com/office/drawing/2014/main" id="{2449B4FC-8231-455C-BD14-D8DF6D2DC5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82852" y="3409574"/>
            <a:ext cx="2628900" cy="2619375"/>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a:extLst>
              <a:ext uri="{FF2B5EF4-FFF2-40B4-BE49-F238E27FC236}">
                <a16:creationId xmlns:a16="http://schemas.microsoft.com/office/drawing/2014/main" id="{133821F8-2E09-42DD-9287-49CC4934C3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5952" y="3409574"/>
            <a:ext cx="2609850"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4812177"/>
      </p:ext>
    </p:extLst>
  </p:cSld>
  <p:clrMapOvr>
    <a:masterClrMapping/>
  </p:clrMapOvr>
</p:sld>
</file>

<file path=ppt/theme/theme1.xml><?xml version="1.0" encoding="utf-8"?>
<a:theme xmlns:a="http://schemas.openxmlformats.org/drawingml/2006/main" name="Шаблон МИФИ">
  <a:themeElements>
    <a:clrScheme name="Другая 4">
      <a:dk1>
        <a:srgbClr val="171616"/>
      </a:dk1>
      <a:lt1>
        <a:srgbClr val="FFFFFF"/>
      </a:lt1>
      <a:dk2>
        <a:srgbClr val="0055BB"/>
      </a:dk2>
      <a:lt2>
        <a:srgbClr val="00B1EB"/>
      </a:lt2>
      <a:accent1>
        <a:srgbClr val="0055BB"/>
      </a:accent1>
      <a:accent2>
        <a:srgbClr val="00B1EB"/>
      </a:accent2>
      <a:accent3>
        <a:srgbClr val="FF7300"/>
      </a:accent3>
      <a:accent4>
        <a:srgbClr val="656A79"/>
      </a:accent4>
      <a:accent5>
        <a:srgbClr val="86888C"/>
      </a:accent5>
      <a:accent6>
        <a:srgbClr val="DDDEDE"/>
      </a:accent6>
      <a:hlink>
        <a:srgbClr val="00BBEE"/>
      </a:hlink>
      <a:folHlink>
        <a:srgbClr val="00BBE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114</TotalTime>
  <Words>1024</Words>
  <Application>Microsoft Office PowerPoint</Application>
  <PresentationFormat>Широкоэкранный</PresentationFormat>
  <Paragraphs>175</Paragraphs>
  <Slides>27</Slides>
  <Notes>27</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27</vt:i4>
      </vt:variant>
    </vt:vector>
  </HeadingPairs>
  <TitlesOfParts>
    <vt:vector size="33" baseType="lpstr">
      <vt:lpstr>Wingdings</vt:lpstr>
      <vt:lpstr>Verdana</vt:lpstr>
      <vt:lpstr>Montserrat</vt:lpstr>
      <vt:lpstr>Calibri</vt:lpstr>
      <vt:lpstr>Arial</vt:lpstr>
      <vt:lpstr>Шаблон МИФИ</vt:lpstr>
      <vt:lpstr>Презентация PowerPoint</vt:lpstr>
      <vt:lpstr>Презентация PowerPoint</vt:lpstr>
      <vt:lpstr>01. Знакомство с курсом</vt:lpstr>
      <vt:lpstr>Кратко о себе</vt:lpstr>
      <vt:lpstr>Пререквизиты курсы </vt:lpstr>
      <vt:lpstr>02. Карта интереса</vt:lpstr>
      <vt:lpstr>Карта интереса</vt:lpstr>
      <vt:lpstr>Презентация PowerPoint</vt:lpstr>
      <vt:lpstr>03. ВКР как исследовательская работа</vt:lpstr>
      <vt:lpstr>ВКР как исследовательская работа</vt:lpstr>
      <vt:lpstr>Новизна</vt:lpstr>
      <vt:lpstr>Системность</vt:lpstr>
      <vt:lpstr>Верифицируемость</vt:lpstr>
      <vt:lpstr>Критическая рамка</vt:lpstr>
      <vt:lpstr>04. Поиск актуального контента</vt:lpstr>
      <vt:lpstr>Откуда брать источники</vt:lpstr>
      <vt:lpstr>05. Отличия работ</vt:lpstr>
      <vt:lpstr>Чем исследовательская тема отличается от реферата и инженерного проекта</vt:lpstr>
      <vt:lpstr>Презентация PowerPoint</vt:lpstr>
      <vt:lpstr>06. Исследовательская проблема и противоречие</vt:lpstr>
      <vt:lpstr>Откуда брать источники</vt:lpstr>
      <vt:lpstr>Исследовательский вопрос</vt:lpstr>
      <vt:lpstr>Шаблон для формулировки проблемы и исследовательского вопроса</vt:lpstr>
      <vt:lpstr>07. Признаки качественной темы ВКР</vt:lpstr>
      <vt:lpstr>Признаки качественной темы ВКР</vt:lpstr>
      <vt:lpstr>08. Формулировка названия темы</vt:lpstr>
      <vt:lpstr>Формулировка названия темы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Влад Замахаев</dc:creator>
  <cp:lastModifiedBy>Константин Некрасов</cp:lastModifiedBy>
  <cp:revision>28</cp:revision>
  <dcterms:created xsi:type="dcterms:W3CDTF">2020-05-28T16:18:16Z</dcterms:created>
  <dcterms:modified xsi:type="dcterms:W3CDTF">2026-09-08T04:40:23Z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fs.IsStoryboard">
    <vt:bool>true</vt:bool>
  </property>
</Properties>
</file>